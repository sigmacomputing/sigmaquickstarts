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08" r:id="rId4"/>
    <p:sldMasterId id="2147483809" r:id="rId5"/>
    <p:sldMasterId id="2147483810" r:id="rId6"/>
  </p:sldMasterIdLst>
  <p:notesMasterIdLst>
    <p:notesMasterId r:id="rId7"/>
  </p:notesMasterIdLst>
  <p:sldIdLst>
    <p:sldId id="263" r:id="rId31"/>
    <p:sldId id="264" r:id="rId32"/>
    <p:sldId id="265"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Lst>
  <p:sldSz cy="5143500" cx="9144000"/>
  <p:notesSz cx="6858000" cy="9144000"/>
  <p:embeddedFontLst>
    <p:embeddedFont>
      <p:font typeface="DM Sans Medium"/>
      <p:regular r:id="rId15"/>
      <p:bold r:id="rId16"/>
      <p:italic r:id="rId17"/>
      <p:boldItalic r:id="rId18"/>
    </p:embeddedFont>
    <p:embeddedFont>
      <p:font typeface="DM Mono Medium"/>
      <p:regular r:id="rId19"/>
      <p:italic r:id="rId20"/>
    </p:embeddedFont>
    <p:embeddedFont>
      <p:font typeface="DM Sans SemiBold"/>
      <p:regular r:id="rId21"/>
      <p:bold r:id="rId22"/>
      <p:italic r:id="rId23"/>
      <p:boldItalic r:id="rId24"/>
    </p:embeddedFont>
    <p:embeddedFont>
      <p:font typeface="DM Sans"/>
      <p:regular r:id="rId25"/>
      <p:bold r:id="rId26"/>
      <p:italic r:id="rId27"/>
      <p:boldItalic r:id="rId28"/>
    </p:embeddedFont>
    <p:embeddedFont>
      <p:font typeface="DM Mono"/>
      <p:regular r:id="rId29"/>
      <p: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15" Type="http://schemas.openxmlformats.org/officeDocument/2006/relationships/font" Target="fonts/DMSansMedium-regular.fntdata"/><Relationship Id="rId16" Type="http://schemas.openxmlformats.org/officeDocument/2006/relationships/font" Target="fonts/DMSansMedium-bold.fntdata"/><Relationship Id="rId17" Type="http://schemas.openxmlformats.org/officeDocument/2006/relationships/font" Target="fonts/DMSansMedium-italic.fntdata"/><Relationship Id="rId18" Type="http://schemas.openxmlformats.org/officeDocument/2006/relationships/font" Target="fonts/DMSansMedium-boldItalic.fntdata"/><Relationship Id="rId19" Type="http://schemas.openxmlformats.org/officeDocument/2006/relationships/font" Target="fonts/DMMonoMedium-regular.fntdata"/><Relationship Id="rId20" Type="http://schemas.openxmlformats.org/officeDocument/2006/relationships/font" Target="fonts/DMMonoMedium-italic.fntdata"/><Relationship Id="rId21" Type="http://schemas.openxmlformats.org/officeDocument/2006/relationships/font" Target="fonts/DMSansSemiBold-regular.fntdata"/><Relationship Id="rId22" Type="http://schemas.openxmlformats.org/officeDocument/2006/relationships/font" Target="fonts/DMSansSemiBold-bold.fntdata"/><Relationship Id="rId23" Type="http://schemas.openxmlformats.org/officeDocument/2006/relationships/font" Target="fonts/DMSansSemiBold-italic.fntdata"/><Relationship Id="rId24" Type="http://schemas.openxmlformats.org/officeDocument/2006/relationships/font" Target="fonts/DMSansSemiBold-boldItalic.fntdata"/><Relationship Id="rId25" Type="http://schemas.openxmlformats.org/officeDocument/2006/relationships/font" Target="fonts/DMSans-regular.fntdata"/><Relationship Id="rId26" Type="http://schemas.openxmlformats.org/officeDocument/2006/relationships/font" Target="fonts/DMSans-bold.fntdata"/><Relationship Id="rId27" Type="http://schemas.openxmlformats.org/officeDocument/2006/relationships/font" Target="fonts/DMSans-italic.fntdata"/><Relationship Id="rId28" Type="http://schemas.openxmlformats.org/officeDocument/2006/relationships/font" Target="fonts/DMSans-boldItalic.fntdata"/><Relationship Id="rId29" Type="http://schemas.openxmlformats.org/officeDocument/2006/relationships/font" Target="fonts/DMMono-regular.fntdata"/><Relationship Id="rId30" Type="http://schemas.openxmlformats.org/officeDocument/2006/relationships/font" Target="fonts/DMMono-italic.fntdata"/><Relationship Id="rId31" Type="http://schemas.openxmlformats.org/officeDocument/2006/relationships/slide" Target="slides/slide8.xml"/><Relationship Id="rId32" Type="http://schemas.openxmlformats.org/officeDocument/2006/relationships/slide" Target="slides/slide9.xml"/><Relationship Id="rId33" Type="http://schemas.openxmlformats.org/officeDocument/2006/relationships/slide" Target="slides/slide10.xml"/><Relationship Id="rId34" Type="http://schemas.openxmlformats.org/officeDocument/2006/relationships/slide" Target="slides/slide11.xml"/><Relationship Id="rId35" Type="http://schemas.openxmlformats.org/officeDocument/2006/relationships/slide" Target="slides/slide12.xml"/><Relationship Id="rId36" Type="http://schemas.openxmlformats.org/officeDocument/2006/relationships/slide" Target="slides/slide13.xml"/><Relationship Id="rId37" Type="http://schemas.openxmlformats.org/officeDocument/2006/relationships/slide" Target="slides/slide14.xml"/><Relationship Id="rId38" Type="http://schemas.openxmlformats.org/officeDocument/2006/relationships/slide" Target="slides/slide15.xml"/><Relationship Id="rId39" Type="http://schemas.openxmlformats.org/officeDocument/2006/relationships/slide" Target="slides/slide16.xml"/><Relationship Id="rId40" Type="http://schemas.openxmlformats.org/officeDocument/2006/relationships/slide" Target="slides/slide17.xml"/><Relationship Id="rId41" Type="http://schemas.openxmlformats.org/officeDocument/2006/relationships/slide" Target="slides/slide18.xml"/><Relationship Id="rId42" Type="http://schemas.openxmlformats.org/officeDocument/2006/relationships/slide" Target="slides/slide19.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22.xml"/><Relationship Id="rId46" Type="http://schemas.openxmlformats.org/officeDocument/2006/relationships/slide" Target="slides/slide23.xml"/><Relationship Id="rId47" Type="http://schemas.openxmlformats.org/officeDocument/2006/relationships/slide" Target="slides/slide24.xml"/><Relationship Id="rId48"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8.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2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2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8.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8.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8.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8.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7.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8.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7.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8.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8.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28.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28.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8.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8.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5.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6.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4.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4.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7.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7.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1.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1.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1.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8.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8.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8.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7.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8.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7.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28.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28.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28.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28.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8.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8.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TITLE_2">
    <p:bg>
      <p:bgPr>
        <a:solidFill>
          <a:srgbClr val="292929"/>
        </a:solidFill>
      </p:bgPr>
    </p:bg>
    <p:spTree>
      <p:nvGrpSpPr>
        <p:cNvPr id="50" name="Shape 50"/>
        <p:cNvGrpSpPr/>
        <p:nvPr/>
      </p:nvGrpSpPr>
      <p:grpSpPr>
        <a:xfrm>
          <a:off x="0" y="0"/>
          <a:ext cx="0" cy="0"/>
          <a:chOff x="0" y="0"/>
          <a:chExt cx="0" cy="0"/>
        </a:xfrm>
      </p:grpSpPr>
      <p:sp>
        <p:nvSpPr>
          <p:cNvPr id="51" name="Google Shape;51;p13"/>
          <p:cNvSpPr txBox="1"/>
          <p:nvPr>
            <p:ph type="ctrTitle"/>
          </p:nvPr>
        </p:nvSpPr>
        <p:spPr>
          <a:xfrm>
            <a:off x="311704" y="1691650"/>
            <a:ext cx="4254900" cy="2052600"/>
          </a:xfrm>
          <a:prstGeom prst="rect">
            <a:avLst/>
          </a:prstGeom>
        </p:spPr>
        <p:txBody>
          <a:bodyPr anchorCtr="0" anchor="b" bIns="91425" lIns="91425" spcFirstLastPara="1" rIns="91425" wrap="square" tIns="91425">
            <a:normAutofit/>
          </a:bodyPr>
          <a:lstStyle>
            <a:lvl1pPr lvl="0" rtl="0" algn="l">
              <a:lnSpc>
                <a:spcPct val="95000"/>
              </a:lnSpc>
              <a:spcBef>
                <a:spcPts val="0"/>
              </a:spcBef>
              <a:spcAft>
                <a:spcPts val="0"/>
              </a:spcAft>
              <a:buClr>
                <a:schemeClr val="lt1"/>
              </a:buClr>
              <a:buSzPts val="5500"/>
              <a:buNone/>
              <a:defRPr sz="5500">
                <a:solidFill>
                  <a:schemeClr val="lt1"/>
                </a:solidFill>
              </a:defRPr>
            </a:lvl1pPr>
            <a:lvl2pPr lvl="1" rtl="0">
              <a:lnSpc>
                <a:spcPct val="90000"/>
              </a:lnSpc>
              <a:spcBef>
                <a:spcPts val="0"/>
              </a:spcBef>
              <a:spcAft>
                <a:spcPts val="0"/>
              </a:spcAft>
              <a:buClr>
                <a:schemeClr val="lt1"/>
              </a:buClr>
              <a:buSzPts val="5200"/>
              <a:buNone/>
              <a:defRPr sz="5200">
                <a:solidFill>
                  <a:schemeClr val="lt1"/>
                </a:solidFill>
              </a:defRPr>
            </a:lvl2pPr>
            <a:lvl3pPr lvl="2" rtl="0">
              <a:lnSpc>
                <a:spcPct val="90000"/>
              </a:lnSpc>
              <a:spcBef>
                <a:spcPts val="0"/>
              </a:spcBef>
              <a:spcAft>
                <a:spcPts val="0"/>
              </a:spcAft>
              <a:buClr>
                <a:schemeClr val="lt1"/>
              </a:buClr>
              <a:buSzPts val="5200"/>
              <a:buNone/>
              <a:defRPr sz="5200">
                <a:solidFill>
                  <a:schemeClr val="lt1"/>
                </a:solidFill>
              </a:defRPr>
            </a:lvl3pPr>
            <a:lvl4pPr lvl="3" rtl="0">
              <a:lnSpc>
                <a:spcPct val="90000"/>
              </a:lnSpc>
              <a:spcBef>
                <a:spcPts val="0"/>
              </a:spcBef>
              <a:spcAft>
                <a:spcPts val="0"/>
              </a:spcAft>
              <a:buClr>
                <a:schemeClr val="lt1"/>
              </a:buClr>
              <a:buSzPts val="5200"/>
              <a:buNone/>
              <a:defRPr sz="5200">
                <a:solidFill>
                  <a:schemeClr val="lt1"/>
                </a:solidFill>
              </a:defRPr>
            </a:lvl4pPr>
            <a:lvl5pPr lvl="4" rtl="0">
              <a:lnSpc>
                <a:spcPct val="90000"/>
              </a:lnSpc>
              <a:spcBef>
                <a:spcPts val="0"/>
              </a:spcBef>
              <a:spcAft>
                <a:spcPts val="0"/>
              </a:spcAft>
              <a:buClr>
                <a:schemeClr val="lt1"/>
              </a:buClr>
              <a:buSzPts val="5200"/>
              <a:buNone/>
              <a:defRPr sz="5200">
                <a:solidFill>
                  <a:schemeClr val="lt1"/>
                </a:solidFill>
              </a:defRPr>
            </a:lvl5pPr>
            <a:lvl6pPr lvl="5" rtl="0">
              <a:lnSpc>
                <a:spcPct val="90000"/>
              </a:lnSpc>
              <a:spcBef>
                <a:spcPts val="0"/>
              </a:spcBef>
              <a:spcAft>
                <a:spcPts val="0"/>
              </a:spcAft>
              <a:buClr>
                <a:schemeClr val="lt1"/>
              </a:buClr>
              <a:buSzPts val="5200"/>
              <a:buNone/>
              <a:defRPr sz="5200">
                <a:solidFill>
                  <a:schemeClr val="lt1"/>
                </a:solidFill>
              </a:defRPr>
            </a:lvl6pPr>
            <a:lvl7pPr lvl="6" rtl="0">
              <a:lnSpc>
                <a:spcPct val="90000"/>
              </a:lnSpc>
              <a:spcBef>
                <a:spcPts val="0"/>
              </a:spcBef>
              <a:spcAft>
                <a:spcPts val="0"/>
              </a:spcAft>
              <a:buClr>
                <a:schemeClr val="lt1"/>
              </a:buClr>
              <a:buSzPts val="5200"/>
              <a:buNone/>
              <a:defRPr sz="5200">
                <a:solidFill>
                  <a:schemeClr val="lt1"/>
                </a:solidFill>
              </a:defRPr>
            </a:lvl7pPr>
            <a:lvl8pPr lvl="7" rtl="0">
              <a:lnSpc>
                <a:spcPct val="90000"/>
              </a:lnSpc>
              <a:spcBef>
                <a:spcPts val="0"/>
              </a:spcBef>
              <a:spcAft>
                <a:spcPts val="0"/>
              </a:spcAft>
              <a:buClr>
                <a:schemeClr val="lt1"/>
              </a:buClr>
              <a:buSzPts val="5200"/>
              <a:buNone/>
              <a:defRPr sz="5200">
                <a:solidFill>
                  <a:schemeClr val="lt1"/>
                </a:solidFill>
              </a:defRPr>
            </a:lvl8pPr>
            <a:lvl9pPr lvl="8" rtl="0">
              <a:lnSpc>
                <a:spcPct val="90000"/>
              </a:lnSpc>
              <a:spcBef>
                <a:spcPts val="0"/>
              </a:spcBef>
              <a:spcAft>
                <a:spcPts val="0"/>
              </a:spcAft>
              <a:buClr>
                <a:schemeClr val="lt1"/>
              </a:buClr>
              <a:buSzPts val="5200"/>
              <a:buNone/>
              <a:defRPr sz="5200">
                <a:solidFill>
                  <a:schemeClr val="lt1"/>
                </a:solidFill>
              </a:defRPr>
            </a:lvl9pPr>
          </a:lstStyle>
          <a:p/>
        </p:txBody>
      </p:sp>
      <p:sp>
        <p:nvSpPr>
          <p:cNvPr id="52" name="Google Shape;52;p13"/>
          <p:cNvSpPr txBox="1"/>
          <p:nvPr>
            <p:ph idx="1" type="subTitle"/>
          </p:nvPr>
        </p:nvSpPr>
        <p:spPr>
          <a:xfrm>
            <a:off x="311700" y="3794760"/>
            <a:ext cx="8520600" cy="7926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1pPr>
            <a:lvl2pPr lvl="1"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2pPr>
            <a:lvl3pPr lvl="2"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3pPr>
            <a:lvl4pPr lvl="3"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4pPr>
            <a:lvl5pPr lvl="4"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5pPr>
            <a:lvl6pPr lvl="5"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6pPr>
            <a:lvl7pPr lvl="6"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7pPr>
            <a:lvl8pPr lvl="7"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8pPr>
            <a:lvl9pPr lvl="8"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9pPr>
          </a:lstStyle>
          <a:p/>
        </p:txBody>
      </p:sp>
      <p:pic>
        <p:nvPicPr>
          <p:cNvPr id="53" name="Google Shape;53;p13"/>
          <p:cNvPicPr preferRelativeResize="0"/>
          <p:nvPr/>
        </p:nvPicPr>
        <p:blipFill rotWithShape="1">
          <a:blip r:embed="rId2">
            <a:alphaModFix/>
          </a:blip>
          <a:srcRect b="7416" l="0" r="14310" t="0"/>
          <a:stretch/>
        </p:blipFill>
        <p:spPr>
          <a:xfrm>
            <a:off x="5007800" y="663775"/>
            <a:ext cx="4136202" cy="447972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_neon">
  <p:cSld name="SECTION_HEADER_2_1">
    <p:bg>
      <p:bgPr>
        <a:solidFill>
          <a:srgbClr val="F0FF45"/>
        </a:solidFill>
      </p:bgPr>
    </p:bg>
    <p:spTree>
      <p:nvGrpSpPr>
        <p:cNvPr id="54" name="Shape 54"/>
        <p:cNvGrpSpPr/>
        <p:nvPr/>
      </p:nvGrpSpPr>
      <p:grpSpPr>
        <a:xfrm>
          <a:off x="0" y="0"/>
          <a:ext cx="0" cy="0"/>
          <a:chOff x="0" y="0"/>
          <a:chExt cx="0" cy="0"/>
        </a:xfrm>
      </p:grpSpPr>
      <p:sp>
        <p:nvSpPr>
          <p:cNvPr id="55" name="Google Shape;55;p1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l">
              <a:spcBef>
                <a:spcPts val="0"/>
              </a:spcBef>
              <a:spcAft>
                <a:spcPts val="0"/>
              </a:spcAft>
              <a:buSzPts val="40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light">
  <p:cSld name="SECTION_HEADER_2_1_1">
    <p:bg>
      <p:bgPr>
        <a:solidFill>
          <a:schemeClr val="lt1"/>
        </a:solidFill>
      </p:bgPr>
    </p:bg>
    <p:spTree>
      <p:nvGrpSpPr>
        <p:cNvPr id="56" name="Shape 56"/>
        <p:cNvGrpSpPr/>
        <p:nvPr/>
      </p:nvGrpSpPr>
      <p:grpSpPr>
        <a:xfrm>
          <a:off x="0" y="0"/>
          <a:ext cx="0" cy="0"/>
          <a:chOff x="0" y="0"/>
          <a:chExt cx="0" cy="0"/>
        </a:xfrm>
      </p:grpSpPr>
      <p:sp>
        <p:nvSpPr>
          <p:cNvPr id="57" name="Google Shape;57;p15"/>
          <p:cNvSpPr txBox="1"/>
          <p:nvPr>
            <p:ph type="title"/>
          </p:nvPr>
        </p:nvSpPr>
        <p:spPr>
          <a:xfrm>
            <a:off x="311700" y="2150850"/>
            <a:ext cx="3795000" cy="841800"/>
          </a:xfrm>
          <a:prstGeom prst="rect">
            <a:avLst/>
          </a:prstGeom>
        </p:spPr>
        <p:txBody>
          <a:bodyPr anchorCtr="0" anchor="ctr" bIns="91425" lIns="91425" spcFirstLastPara="1" rIns="91425" wrap="square" tIns="91425">
            <a:norm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58" name="Google Shape;58;p15"/>
          <p:cNvPicPr preferRelativeResize="0"/>
          <p:nvPr/>
        </p:nvPicPr>
        <p:blipFill>
          <a:blip r:embed="rId2">
            <a:alphaModFix/>
          </a:blip>
          <a:stretch>
            <a:fillRect/>
          </a:stretch>
        </p:blipFill>
        <p:spPr>
          <a:xfrm>
            <a:off x="5347151" y="1319918"/>
            <a:ext cx="3922575" cy="39225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dark">
  <p:cSld name="SECTION_HEADER_2_1_1_1">
    <p:bg>
      <p:bgPr>
        <a:solidFill>
          <a:srgbClr val="292929"/>
        </a:solidFill>
      </p:bgPr>
    </p:bg>
    <p:spTree>
      <p:nvGrpSpPr>
        <p:cNvPr id="59" name="Shape 59"/>
        <p:cNvGrpSpPr/>
        <p:nvPr/>
      </p:nvGrpSpPr>
      <p:grpSpPr>
        <a:xfrm>
          <a:off x="0" y="0"/>
          <a:ext cx="0" cy="0"/>
          <a:chOff x="0" y="0"/>
          <a:chExt cx="0" cy="0"/>
        </a:xfrm>
      </p:grpSpPr>
      <p:sp>
        <p:nvSpPr>
          <p:cNvPr id="60" name="Google Shape;60;p16"/>
          <p:cNvSpPr txBox="1"/>
          <p:nvPr>
            <p:ph type="title"/>
          </p:nvPr>
        </p:nvSpPr>
        <p:spPr>
          <a:xfrm>
            <a:off x="311700" y="2150850"/>
            <a:ext cx="3795000" cy="841800"/>
          </a:xfrm>
          <a:prstGeom prst="rect">
            <a:avLst/>
          </a:prstGeom>
        </p:spPr>
        <p:txBody>
          <a:bodyPr anchorCtr="0" anchor="ctr" bIns="91425" lIns="91425" spcFirstLastPara="1" rIns="91425" wrap="square" tIns="91425">
            <a:norm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Clr>
                <a:schemeClr val="lt1"/>
              </a:buClr>
              <a:buSzPts val="3600"/>
              <a:buNone/>
              <a:defRPr sz="3600">
                <a:solidFill>
                  <a:schemeClr val="lt1"/>
                </a:solidFill>
              </a:defRPr>
            </a:lvl2pPr>
            <a:lvl3pPr lvl="2" rtl="0" algn="ctr">
              <a:lnSpc>
                <a:spcPct val="80000"/>
              </a:lnSpc>
              <a:spcBef>
                <a:spcPts val="0"/>
              </a:spcBef>
              <a:spcAft>
                <a:spcPts val="0"/>
              </a:spcAft>
              <a:buClr>
                <a:schemeClr val="lt1"/>
              </a:buClr>
              <a:buSzPts val="3600"/>
              <a:buNone/>
              <a:defRPr sz="3600">
                <a:solidFill>
                  <a:schemeClr val="lt1"/>
                </a:solidFill>
              </a:defRPr>
            </a:lvl3pPr>
            <a:lvl4pPr lvl="3" rtl="0" algn="ctr">
              <a:lnSpc>
                <a:spcPct val="80000"/>
              </a:lnSpc>
              <a:spcBef>
                <a:spcPts val="0"/>
              </a:spcBef>
              <a:spcAft>
                <a:spcPts val="0"/>
              </a:spcAft>
              <a:buClr>
                <a:schemeClr val="lt1"/>
              </a:buClr>
              <a:buSzPts val="3600"/>
              <a:buNone/>
              <a:defRPr sz="3600">
                <a:solidFill>
                  <a:schemeClr val="lt1"/>
                </a:solidFill>
              </a:defRPr>
            </a:lvl4pPr>
            <a:lvl5pPr lvl="4" rtl="0" algn="ctr">
              <a:lnSpc>
                <a:spcPct val="80000"/>
              </a:lnSpc>
              <a:spcBef>
                <a:spcPts val="0"/>
              </a:spcBef>
              <a:spcAft>
                <a:spcPts val="0"/>
              </a:spcAft>
              <a:buClr>
                <a:schemeClr val="lt1"/>
              </a:buClr>
              <a:buSzPts val="3600"/>
              <a:buNone/>
              <a:defRPr sz="3600">
                <a:solidFill>
                  <a:schemeClr val="lt1"/>
                </a:solidFill>
              </a:defRPr>
            </a:lvl5pPr>
            <a:lvl6pPr lvl="5" rtl="0" algn="ctr">
              <a:lnSpc>
                <a:spcPct val="80000"/>
              </a:lnSpc>
              <a:spcBef>
                <a:spcPts val="0"/>
              </a:spcBef>
              <a:spcAft>
                <a:spcPts val="0"/>
              </a:spcAft>
              <a:buClr>
                <a:schemeClr val="lt1"/>
              </a:buClr>
              <a:buSzPts val="3600"/>
              <a:buNone/>
              <a:defRPr sz="3600">
                <a:solidFill>
                  <a:schemeClr val="lt1"/>
                </a:solidFill>
              </a:defRPr>
            </a:lvl6pPr>
            <a:lvl7pPr lvl="6" rtl="0" algn="ctr">
              <a:lnSpc>
                <a:spcPct val="80000"/>
              </a:lnSpc>
              <a:spcBef>
                <a:spcPts val="0"/>
              </a:spcBef>
              <a:spcAft>
                <a:spcPts val="0"/>
              </a:spcAft>
              <a:buClr>
                <a:schemeClr val="lt1"/>
              </a:buClr>
              <a:buSzPts val="3600"/>
              <a:buNone/>
              <a:defRPr sz="3600">
                <a:solidFill>
                  <a:schemeClr val="lt1"/>
                </a:solidFill>
              </a:defRPr>
            </a:lvl7pPr>
            <a:lvl8pPr lvl="7" rtl="0" algn="ctr">
              <a:lnSpc>
                <a:spcPct val="80000"/>
              </a:lnSpc>
              <a:spcBef>
                <a:spcPts val="0"/>
              </a:spcBef>
              <a:spcAft>
                <a:spcPts val="0"/>
              </a:spcAft>
              <a:buClr>
                <a:schemeClr val="lt1"/>
              </a:buClr>
              <a:buSzPts val="3600"/>
              <a:buNone/>
              <a:defRPr sz="3600">
                <a:solidFill>
                  <a:schemeClr val="lt1"/>
                </a:solidFill>
              </a:defRPr>
            </a:lvl8pPr>
            <a:lvl9pPr lvl="8" rtl="0" algn="ctr">
              <a:lnSpc>
                <a:spcPct val="80000"/>
              </a:lnSpc>
              <a:spcBef>
                <a:spcPts val="0"/>
              </a:spcBef>
              <a:spcAft>
                <a:spcPts val="0"/>
              </a:spcAft>
              <a:buClr>
                <a:schemeClr val="lt1"/>
              </a:buClr>
              <a:buSzPts val="3600"/>
              <a:buNone/>
              <a:defRPr sz="3600">
                <a:solidFill>
                  <a:schemeClr val="lt1"/>
                </a:solidFill>
              </a:defRPr>
            </a:lvl9pPr>
          </a:lstStyle>
          <a:p/>
        </p:txBody>
      </p:sp>
      <p:pic>
        <p:nvPicPr>
          <p:cNvPr id="61" name="Google Shape;61;p16"/>
          <p:cNvPicPr preferRelativeResize="0"/>
          <p:nvPr/>
        </p:nvPicPr>
        <p:blipFill>
          <a:blip r:embed="rId2">
            <a:alphaModFix/>
          </a:blip>
          <a:stretch>
            <a:fillRect/>
          </a:stretch>
        </p:blipFill>
        <p:spPr>
          <a:xfrm>
            <a:off x="5347151" y="1319918"/>
            <a:ext cx="3922575" cy="39225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light)">
  <p:cSld name="SECTION_HEADER_2_1_1_2">
    <p:bg>
      <p:bgPr>
        <a:solidFill>
          <a:schemeClr val="lt1"/>
        </a:solidFill>
      </p:bgPr>
    </p:bg>
    <p:spTree>
      <p:nvGrpSpPr>
        <p:cNvPr id="62" name="Shape 62"/>
        <p:cNvGrpSpPr/>
        <p:nvPr/>
      </p:nvGrpSpPr>
      <p:grpSpPr>
        <a:xfrm>
          <a:off x="0" y="0"/>
          <a:ext cx="0" cy="0"/>
          <a:chOff x="0" y="0"/>
          <a:chExt cx="0" cy="0"/>
        </a:xfrm>
      </p:grpSpPr>
      <p:sp>
        <p:nvSpPr>
          <p:cNvPr id="63" name="Google Shape;63;p17"/>
          <p:cNvSpPr txBox="1"/>
          <p:nvPr>
            <p:ph type="title"/>
          </p:nvPr>
        </p:nvSpPr>
        <p:spPr>
          <a:xfrm>
            <a:off x="311700" y="2150850"/>
            <a:ext cx="3795000" cy="841800"/>
          </a:xfrm>
          <a:prstGeom prst="rect">
            <a:avLst/>
          </a:prstGeom>
        </p:spPr>
        <p:txBody>
          <a:bodyPr anchorCtr="0" anchor="ctr" bIns="91425" lIns="91425" spcFirstLastPara="1" rIns="91425" wrap="square" tIns="91425">
            <a:norm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64" name="Google Shape;64;p17"/>
          <p:cNvPicPr preferRelativeResize="0"/>
          <p:nvPr/>
        </p:nvPicPr>
        <p:blipFill rotWithShape="1">
          <a:blip r:embed="rId2">
            <a:alphaModFix/>
          </a:blip>
          <a:srcRect b="0" l="100" r="100" t="0"/>
          <a:stretch/>
        </p:blipFill>
        <p:spPr>
          <a:xfrm>
            <a:off x="5347151" y="1319918"/>
            <a:ext cx="3922575" cy="3922574"/>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p:cSld name="SECTION_HEADER_2_1_1_1_1">
    <p:bg>
      <p:bgPr>
        <a:solidFill>
          <a:srgbClr val="292929"/>
        </a:solidFill>
      </p:bgPr>
    </p:bg>
    <p:spTree>
      <p:nvGrpSpPr>
        <p:cNvPr id="65" name="Shape 65"/>
        <p:cNvGrpSpPr/>
        <p:nvPr/>
      </p:nvGrpSpPr>
      <p:grpSpPr>
        <a:xfrm>
          <a:off x="0" y="0"/>
          <a:ext cx="0" cy="0"/>
          <a:chOff x="0" y="0"/>
          <a:chExt cx="0" cy="0"/>
        </a:xfrm>
      </p:grpSpPr>
      <p:sp>
        <p:nvSpPr>
          <p:cNvPr id="66" name="Google Shape;66;p18"/>
          <p:cNvSpPr txBox="1"/>
          <p:nvPr>
            <p:ph type="title"/>
          </p:nvPr>
        </p:nvSpPr>
        <p:spPr>
          <a:xfrm>
            <a:off x="311700" y="2150850"/>
            <a:ext cx="3795000" cy="841800"/>
          </a:xfrm>
          <a:prstGeom prst="rect">
            <a:avLst/>
          </a:prstGeom>
        </p:spPr>
        <p:txBody>
          <a:bodyPr anchorCtr="0" anchor="ctr" bIns="91425" lIns="91425" spcFirstLastPara="1" rIns="91425" wrap="square" tIns="91425">
            <a:norm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Clr>
                <a:schemeClr val="lt1"/>
              </a:buClr>
              <a:buSzPts val="3600"/>
              <a:buNone/>
              <a:defRPr sz="3600">
                <a:solidFill>
                  <a:schemeClr val="lt1"/>
                </a:solidFill>
              </a:defRPr>
            </a:lvl2pPr>
            <a:lvl3pPr lvl="2" rtl="0" algn="ctr">
              <a:lnSpc>
                <a:spcPct val="80000"/>
              </a:lnSpc>
              <a:spcBef>
                <a:spcPts val="0"/>
              </a:spcBef>
              <a:spcAft>
                <a:spcPts val="0"/>
              </a:spcAft>
              <a:buClr>
                <a:schemeClr val="lt1"/>
              </a:buClr>
              <a:buSzPts val="3600"/>
              <a:buNone/>
              <a:defRPr sz="3600">
                <a:solidFill>
                  <a:schemeClr val="lt1"/>
                </a:solidFill>
              </a:defRPr>
            </a:lvl3pPr>
            <a:lvl4pPr lvl="3" rtl="0" algn="ctr">
              <a:lnSpc>
                <a:spcPct val="80000"/>
              </a:lnSpc>
              <a:spcBef>
                <a:spcPts val="0"/>
              </a:spcBef>
              <a:spcAft>
                <a:spcPts val="0"/>
              </a:spcAft>
              <a:buClr>
                <a:schemeClr val="lt1"/>
              </a:buClr>
              <a:buSzPts val="3600"/>
              <a:buNone/>
              <a:defRPr sz="3600">
                <a:solidFill>
                  <a:schemeClr val="lt1"/>
                </a:solidFill>
              </a:defRPr>
            </a:lvl4pPr>
            <a:lvl5pPr lvl="4" rtl="0" algn="ctr">
              <a:lnSpc>
                <a:spcPct val="80000"/>
              </a:lnSpc>
              <a:spcBef>
                <a:spcPts val="0"/>
              </a:spcBef>
              <a:spcAft>
                <a:spcPts val="0"/>
              </a:spcAft>
              <a:buClr>
                <a:schemeClr val="lt1"/>
              </a:buClr>
              <a:buSzPts val="3600"/>
              <a:buNone/>
              <a:defRPr sz="3600">
                <a:solidFill>
                  <a:schemeClr val="lt1"/>
                </a:solidFill>
              </a:defRPr>
            </a:lvl5pPr>
            <a:lvl6pPr lvl="5" rtl="0" algn="ctr">
              <a:lnSpc>
                <a:spcPct val="80000"/>
              </a:lnSpc>
              <a:spcBef>
                <a:spcPts val="0"/>
              </a:spcBef>
              <a:spcAft>
                <a:spcPts val="0"/>
              </a:spcAft>
              <a:buClr>
                <a:schemeClr val="lt1"/>
              </a:buClr>
              <a:buSzPts val="3600"/>
              <a:buNone/>
              <a:defRPr sz="3600">
                <a:solidFill>
                  <a:schemeClr val="lt1"/>
                </a:solidFill>
              </a:defRPr>
            </a:lvl6pPr>
            <a:lvl7pPr lvl="6" rtl="0" algn="ctr">
              <a:lnSpc>
                <a:spcPct val="80000"/>
              </a:lnSpc>
              <a:spcBef>
                <a:spcPts val="0"/>
              </a:spcBef>
              <a:spcAft>
                <a:spcPts val="0"/>
              </a:spcAft>
              <a:buClr>
                <a:schemeClr val="lt1"/>
              </a:buClr>
              <a:buSzPts val="3600"/>
              <a:buNone/>
              <a:defRPr sz="3600">
                <a:solidFill>
                  <a:schemeClr val="lt1"/>
                </a:solidFill>
              </a:defRPr>
            </a:lvl7pPr>
            <a:lvl8pPr lvl="7" rtl="0" algn="ctr">
              <a:lnSpc>
                <a:spcPct val="80000"/>
              </a:lnSpc>
              <a:spcBef>
                <a:spcPts val="0"/>
              </a:spcBef>
              <a:spcAft>
                <a:spcPts val="0"/>
              </a:spcAft>
              <a:buClr>
                <a:schemeClr val="lt1"/>
              </a:buClr>
              <a:buSzPts val="3600"/>
              <a:buNone/>
              <a:defRPr sz="3600">
                <a:solidFill>
                  <a:schemeClr val="lt1"/>
                </a:solidFill>
              </a:defRPr>
            </a:lvl8pPr>
            <a:lvl9pPr lvl="8" rtl="0" algn="ctr">
              <a:lnSpc>
                <a:spcPct val="80000"/>
              </a:lnSpc>
              <a:spcBef>
                <a:spcPts val="0"/>
              </a:spcBef>
              <a:spcAft>
                <a:spcPts val="0"/>
              </a:spcAft>
              <a:buClr>
                <a:schemeClr val="lt1"/>
              </a:buClr>
              <a:buSzPts val="3600"/>
              <a:buNone/>
              <a:defRPr sz="3600">
                <a:solidFill>
                  <a:schemeClr val="lt1"/>
                </a:solidFill>
              </a:defRPr>
            </a:lvl9pPr>
          </a:lstStyle>
          <a:p/>
        </p:txBody>
      </p:sp>
      <p:pic>
        <p:nvPicPr>
          <p:cNvPr id="67" name="Google Shape;67;p18"/>
          <p:cNvPicPr preferRelativeResize="0"/>
          <p:nvPr/>
        </p:nvPicPr>
        <p:blipFill rotWithShape="1">
          <a:blip r:embed="rId2">
            <a:alphaModFix/>
          </a:blip>
          <a:srcRect b="0" l="100" r="100" t="0"/>
          <a:stretch/>
        </p:blipFill>
        <p:spPr>
          <a:xfrm>
            <a:off x="5347151" y="1319918"/>
            <a:ext cx="3922575" cy="3922574"/>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light) 1">
  <p:cSld name="SECTION_HEADER_2_1_1_2_1">
    <p:bg>
      <p:bgPr>
        <a:solidFill>
          <a:schemeClr val="lt1"/>
        </a:solidFill>
      </p:bgPr>
    </p:bg>
    <p:spTree>
      <p:nvGrpSpPr>
        <p:cNvPr id="68" name="Shape 68"/>
        <p:cNvGrpSpPr/>
        <p:nvPr/>
      </p:nvGrpSpPr>
      <p:grpSpPr>
        <a:xfrm>
          <a:off x="0" y="0"/>
          <a:ext cx="0" cy="0"/>
          <a:chOff x="0" y="0"/>
          <a:chExt cx="0" cy="0"/>
        </a:xfrm>
      </p:grpSpPr>
      <p:sp>
        <p:nvSpPr>
          <p:cNvPr id="69" name="Google Shape;69;p19"/>
          <p:cNvSpPr txBox="1"/>
          <p:nvPr>
            <p:ph type="title"/>
          </p:nvPr>
        </p:nvSpPr>
        <p:spPr>
          <a:xfrm>
            <a:off x="311700" y="2150850"/>
            <a:ext cx="3795000" cy="841800"/>
          </a:xfrm>
          <a:prstGeom prst="rect">
            <a:avLst/>
          </a:prstGeom>
        </p:spPr>
        <p:txBody>
          <a:bodyPr anchorCtr="0" anchor="ctr" bIns="91425" lIns="91425" spcFirstLastPara="1" rIns="91425" wrap="square" tIns="91425">
            <a:norm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70" name="Google Shape;70;p19"/>
          <p:cNvPicPr preferRelativeResize="0"/>
          <p:nvPr/>
        </p:nvPicPr>
        <p:blipFill>
          <a:blip r:embed="rId2">
            <a:alphaModFix/>
          </a:blip>
          <a:stretch>
            <a:fillRect/>
          </a:stretch>
        </p:blipFill>
        <p:spPr>
          <a:xfrm>
            <a:off x="5347151" y="1268822"/>
            <a:ext cx="3922575" cy="402476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1">
  <p:cSld name="SECTION_HEADER_2_1_1_1_1_1">
    <p:bg>
      <p:bgPr>
        <a:solidFill>
          <a:srgbClr val="292929"/>
        </a:solidFill>
      </p:bgPr>
    </p:bg>
    <p:spTree>
      <p:nvGrpSpPr>
        <p:cNvPr id="71" name="Shape 71"/>
        <p:cNvGrpSpPr/>
        <p:nvPr/>
      </p:nvGrpSpPr>
      <p:grpSpPr>
        <a:xfrm>
          <a:off x="0" y="0"/>
          <a:ext cx="0" cy="0"/>
          <a:chOff x="0" y="0"/>
          <a:chExt cx="0" cy="0"/>
        </a:xfrm>
      </p:grpSpPr>
      <p:sp>
        <p:nvSpPr>
          <p:cNvPr id="72" name="Google Shape;72;p20"/>
          <p:cNvSpPr txBox="1"/>
          <p:nvPr>
            <p:ph type="title"/>
          </p:nvPr>
        </p:nvSpPr>
        <p:spPr>
          <a:xfrm>
            <a:off x="311700" y="2150850"/>
            <a:ext cx="3795000" cy="841800"/>
          </a:xfrm>
          <a:prstGeom prst="rect">
            <a:avLst/>
          </a:prstGeom>
        </p:spPr>
        <p:txBody>
          <a:bodyPr anchorCtr="0" anchor="ctr" bIns="91425" lIns="91425" spcFirstLastPara="1" rIns="91425" wrap="square" tIns="91425">
            <a:norm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Clr>
                <a:schemeClr val="lt1"/>
              </a:buClr>
              <a:buSzPts val="3600"/>
              <a:buNone/>
              <a:defRPr sz="3600">
                <a:solidFill>
                  <a:schemeClr val="lt1"/>
                </a:solidFill>
              </a:defRPr>
            </a:lvl2pPr>
            <a:lvl3pPr lvl="2" rtl="0" algn="ctr">
              <a:lnSpc>
                <a:spcPct val="80000"/>
              </a:lnSpc>
              <a:spcBef>
                <a:spcPts val="0"/>
              </a:spcBef>
              <a:spcAft>
                <a:spcPts val="0"/>
              </a:spcAft>
              <a:buClr>
                <a:schemeClr val="lt1"/>
              </a:buClr>
              <a:buSzPts val="3600"/>
              <a:buNone/>
              <a:defRPr sz="3600">
                <a:solidFill>
                  <a:schemeClr val="lt1"/>
                </a:solidFill>
              </a:defRPr>
            </a:lvl3pPr>
            <a:lvl4pPr lvl="3" rtl="0" algn="ctr">
              <a:lnSpc>
                <a:spcPct val="80000"/>
              </a:lnSpc>
              <a:spcBef>
                <a:spcPts val="0"/>
              </a:spcBef>
              <a:spcAft>
                <a:spcPts val="0"/>
              </a:spcAft>
              <a:buClr>
                <a:schemeClr val="lt1"/>
              </a:buClr>
              <a:buSzPts val="3600"/>
              <a:buNone/>
              <a:defRPr sz="3600">
                <a:solidFill>
                  <a:schemeClr val="lt1"/>
                </a:solidFill>
              </a:defRPr>
            </a:lvl4pPr>
            <a:lvl5pPr lvl="4" rtl="0" algn="ctr">
              <a:lnSpc>
                <a:spcPct val="80000"/>
              </a:lnSpc>
              <a:spcBef>
                <a:spcPts val="0"/>
              </a:spcBef>
              <a:spcAft>
                <a:spcPts val="0"/>
              </a:spcAft>
              <a:buClr>
                <a:schemeClr val="lt1"/>
              </a:buClr>
              <a:buSzPts val="3600"/>
              <a:buNone/>
              <a:defRPr sz="3600">
                <a:solidFill>
                  <a:schemeClr val="lt1"/>
                </a:solidFill>
              </a:defRPr>
            </a:lvl5pPr>
            <a:lvl6pPr lvl="5" rtl="0" algn="ctr">
              <a:lnSpc>
                <a:spcPct val="80000"/>
              </a:lnSpc>
              <a:spcBef>
                <a:spcPts val="0"/>
              </a:spcBef>
              <a:spcAft>
                <a:spcPts val="0"/>
              </a:spcAft>
              <a:buClr>
                <a:schemeClr val="lt1"/>
              </a:buClr>
              <a:buSzPts val="3600"/>
              <a:buNone/>
              <a:defRPr sz="3600">
                <a:solidFill>
                  <a:schemeClr val="lt1"/>
                </a:solidFill>
              </a:defRPr>
            </a:lvl6pPr>
            <a:lvl7pPr lvl="6" rtl="0" algn="ctr">
              <a:lnSpc>
                <a:spcPct val="80000"/>
              </a:lnSpc>
              <a:spcBef>
                <a:spcPts val="0"/>
              </a:spcBef>
              <a:spcAft>
                <a:spcPts val="0"/>
              </a:spcAft>
              <a:buClr>
                <a:schemeClr val="lt1"/>
              </a:buClr>
              <a:buSzPts val="3600"/>
              <a:buNone/>
              <a:defRPr sz="3600">
                <a:solidFill>
                  <a:schemeClr val="lt1"/>
                </a:solidFill>
              </a:defRPr>
            </a:lvl7pPr>
            <a:lvl8pPr lvl="7" rtl="0" algn="ctr">
              <a:lnSpc>
                <a:spcPct val="80000"/>
              </a:lnSpc>
              <a:spcBef>
                <a:spcPts val="0"/>
              </a:spcBef>
              <a:spcAft>
                <a:spcPts val="0"/>
              </a:spcAft>
              <a:buClr>
                <a:schemeClr val="lt1"/>
              </a:buClr>
              <a:buSzPts val="3600"/>
              <a:buNone/>
              <a:defRPr sz="3600">
                <a:solidFill>
                  <a:schemeClr val="lt1"/>
                </a:solidFill>
              </a:defRPr>
            </a:lvl8pPr>
            <a:lvl9pPr lvl="8" rtl="0" algn="ctr">
              <a:lnSpc>
                <a:spcPct val="80000"/>
              </a:lnSpc>
              <a:spcBef>
                <a:spcPts val="0"/>
              </a:spcBef>
              <a:spcAft>
                <a:spcPts val="0"/>
              </a:spcAft>
              <a:buClr>
                <a:schemeClr val="lt1"/>
              </a:buClr>
              <a:buSzPts val="3600"/>
              <a:buNone/>
              <a:defRPr sz="3600">
                <a:solidFill>
                  <a:schemeClr val="lt1"/>
                </a:solidFill>
              </a:defRPr>
            </a:lvl9pPr>
          </a:lstStyle>
          <a:p/>
        </p:txBody>
      </p:sp>
      <p:pic>
        <p:nvPicPr>
          <p:cNvPr id="73" name="Google Shape;73;p20"/>
          <p:cNvPicPr preferRelativeResize="0"/>
          <p:nvPr/>
        </p:nvPicPr>
        <p:blipFill>
          <a:blip r:embed="rId2">
            <a:alphaModFix/>
          </a:blip>
          <a:stretch>
            <a:fillRect/>
          </a:stretch>
        </p:blipFill>
        <p:spPr>
          <a:xfrm>
            <a:off x="5347151" y="1268822"/>
            <a:ext cx="3922575" cy="4024767"/>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light) 1 1">
  <p:cSld name="SECTION_HEADER_2_1_1_2_1_1">
    <p:bg>
      <p:bgPr>
        <a:solidFill>
          <a:schemeClr val="lt1"/>
        </a:solidFill>
      </p:bgPr>
    </p:bg>
    <p:spTree>
      <p:nvGrpSpPr>
        <p:cNvPr id="74" name="Shape 74"/>
        <p:cNvGrpSpPr/>
        <p:nvPr/>
      </p:nvGrpSpPr>
      <p:grpSpPr>
        <a:xfrm>
          <a:off x="0" y="0"/>
          <a:ext cx="0" cy="0"/>
          <a:chOff x="0" y="0"/>
          <a:chExt cx="0" cy="0"/>
        </a:xfrm>
      </p:grpSpPr>
      <p:sp>
        <p:nvSpPr>
          <p:cNvPr id="75" name="Google Shape;75;p21"/>
          <p:cNvSpPr txBox="1"/>
          <p:nvPr>
            <p:ph type="title"/>
          </p:nvPr>
        </p:nvSpPr>
        <p:spPr>
          <a:xfrm>
            <a:off x="311700" y="2150850"/>
            <a:ext cx="3795000" cy="841800"/>
          </a:xfrm>
          <a:prstGeom prst="rect">
            <a:avLst/>
          </a:prstGeom>
        </p:spPr>
        <p:txBody>
          <a:bodyPr anchorCtr="0" anchor="ctr" bIns="91425" lIns="91425" spcFirstLastPara="1" rIns="91425" wrap="square" tIns="91425">
            <a:norm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76" name="Google Shape;76;p21"/>
          <p:cNvPicPr preferRelativeResize="0"/>
          <p:nvPr/>
        </p:nvPicPr>
        <p:blipFill>
          <a:blip r:embed="rId2">
            <a:alphaModFix/>
          </a:blip>
          <a:stretch>
            <a:fillRect/>
          </a:stretch>
        </p:blipFill>
        <p:spPr>
          <a:xfrm>
            <a:off x="5423515" y="1337423"/>
            <a:ext cx="5099609" cy="3922776"/>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1 1">
  <p:cSld name="SECTION_HEADER_2_1_1_1_1_1_1">
    <p:bg>
      <p:bgPr>
        <a:solidFill>
          <a:srgbClr val="292929"/>
        </a:solidFill>
      </p:bgPr>
    </p:bg>
    <p:spTree>
      <p:nvGrpSpPr>
        <p:cNvPr id="77" name="Shape 77"/>
        <p:cNvGrpSpPr/>
        <p:nvPr/>
      </p:nvGrpSpPr>
      <p:grpSpPr>
        <a:xfrm>
          <a:off x="0" y="0"/>
          <a:ext cx="0" cy="0"/>
          <a:chOff x="0" y="0"/>
          <a:chExt cx="0" cy="0"/>
        </a:xfrm>
      </p:grpSpPr>
      <p:sp>
        <p:nvSpPr>
          <p:cNvPr id="78" name="Google Shape;78;p22"/>
          <p:cNvSpPr txBox="1"/>
          <p:nvPr>
            <p:ph type="title"/>
          </p:nvPr>
        </p:nvSpPr>
        <p:spPr>
          <a:xfrm>
            <a:off x="311700" y="2150850"/>
            <a:ext cx="3795000" cy="841800"/>
          </a:xfrm>
          <a:prstGeom prst="rect">
            <a:avLst/>
          </a:prstGeom>
        </p:spPr>
        <p:txBody>
          <a:bodyPr anchorCtr="0" anchor="ctr" bIns="91425" lIns="91425" spcFirstLastPara="1" rIns="91425" wrap="square" tIns="91425">
            <a:norm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Clr>
                <a:schemeClr val="lt1"/>
              </a:buClr>
              <a:buSzPts val="3600"/>
              <a:buNone/>
              <a:defRPr sz="3600">
                <a:solidFill>
                  <a:schemeClr val="lt1"/>
                </a:solidFill>
              </a:defRPr>
            </a:lvl2pPr>
            <a:lvl3pPr lvl="2" rtl="0" algn="ctr">
              <a:lnSpc>
                <a:spcPct val="80000"/>
              </a:lnSpc>
              <a:spcBef>
                <a:spcPts val="0"/>
              </a:spcBef>
              <a:spcAft>
                <a:spcPts val="0"/>
              </a:spcAft>
              <a:buClr>
                <a:schemeClr val="lt1"/>
              </a:buClr>
              <a:buSzPts val="3600"/>
              <a:buNone/>
              <a:defRPr sz="3600">
                <a:solidFill>
                  <a:schemeClr val="lt1"/>
                </a:solidFill>
              </a:defRPr>
            </a:lvl3pPr>
            <a:lvl4pPr lvl="3" rtl="0" algn="ctr">
              <a:lnSpc>
                <a:spcPct val="80000"/>
              </a:lnSpc>
              <a:spcBef>
                <a:spcPts val="0"/>
              </a:spcBef>
              <a:spcAft>
                <a:spcPts val="0"/>
              </a:spcAft>
              <a:buClr>
                <a:schemeClr val="lt1"/>
              </a:buClr>
              <a:buSzPts val="3600"/>
              <a:buNone/>
              <a:defRPr sz="3600">
                <a:solidFill>
                  <a:schemeClr val="lt1"/>
                </a:solidFill>
              </a:defRPr>
            </a:lvl4pPr>
            <a:lvl5pPr lvl="4" rtl="0" algn="ctr">
              <a:lnSpc>
                <a:spcPct val="80000"/>
              </a:lnSpc>
              <a:spcBef>
                <a:spcPts val="0"/>
              </a:spcBef>
              <a:spcAft>
                <a:spcPts val="0"/>
              </a:spcAft>
              <a:buClr>
                <a:schemeClr val="lt1"/>
              </a:buClr>
              <a:buSzPts val="3600"/>
              <a:buNone/>
              <a:defRPr sz="3600">
                <a:solidFill>
                  <a:schemeClr val="lt1"/>
                </a:solidFill>
              </a:defRPr>
            </a:lvl5pPr>
            <a:lvl6pPr lvl="5" rtl="0" algn="ctr">
              <a:lnSpc>
                <a:spcPct val="80000"/>
              </a:lnSpc>
              <a:spcBef>
                <a:spcPts val="0"/>
              </a:spcBef>
              <a:spcAft>
                <a:spcPts val="0"/>
              </a:spcAft>
              <a:buClr>
                <a:schemeClr val="lt1"/>
              </a:buClr>
              <a:buSzPts val="3600"/>
              <a:buNone/>
              <a:defRPr sz="3600">
                <a:solidFill>
                  <a:schemeClr val="lt1"/>
                </a:solidFill>
              </a:defRPr>
            </a:lvl6pPr>
            <a:lvl7pPr lvl="6" rtl="0" algn="ctr">
              <a:lnSpc>
                <a:spcPct val="80000"/>
              </a:lnSpc>
              <a:spcBef>
                <a:spcPts val="0"/>
              </a:spcBef>
              <a:spcAft>
                <a:spcPts val="0"/>
              </a:spcAft>
              <a:buClr>
                <a:schemeClr val="lt1"/>
              </a:buClr>
              <a:buSzPts val="3600"/>
              <a:buNone/>
              <a:defRPr sz="3600">
                <a:solidFill>
                  <a:schemeClr val="lt1"/>
                </a:solidFill>
              </a:defRPr>
            </a:lvl7pPr>
            <a:lvl8pPr lvl="7" rtl="0" algn="ctr">
              <a:lnSpc>
                <a:spcPct val="80000"/>
              </a:lnSpc>
              <a:spcBef>
                <a:spcPts val="0"/>
              </a:spcBef>
              <a:spcAft>
                <a:spcPts val="0"/>
              </a:spcAft>
              <a:buClr>
                <a:schemeClr val="lt1"/>
              </a:buClr>
              <a:buSzPts val="3600"/>
              <a:buNone/>
              <a:defRPr sz="3600">
                <a:solidFill>
                  <a:schemeClr val="lt1"/>
                </a:solidFill>
              </a:defRPr>
            </a:lvl8pPr>
            <a:lvl9pPr lvl="8" rtl="0" algn="ctr">
              <a:lnSpc>
                <a:spcPct val="80000"/>
              </a:lnSpc>
              <a:spcBef>
                <a:spcPts val="0"/>
              </a:spcBef>
              <a:spcAft>
                <a:spcPts val="0"/>
              </a:spcAft>
              <a:buClr>
                <a:schemeClr val="lt1"/>
              </a:buClr>
              <a:buSzPts val="3600"/>
              <a:buNone/>
              <a:defRPr sz="3600">
                <a:solidFill>
                  <a:schemeClr val="lt1"/>
                </a:solidFill>
              </a:defRPr>
            </a:lvl9pPr>
          </a:lstStyle>
          <a:p/>
        </p:txBody>
      </p:sp>
      <p:pic>
        <p:nvPicPr>
          <p:cNvPr id="79" name="Google Shape;79;p22"/>
          <p:cNvPicPr preferRelativeResize="0"/>
          <p:nvPr/>
        </p:nvPicPr>
        <p:blipFill>
          <a:blip r:embed="rId2">
            <a:alphaModFix/>
          </a:blip>
          <a:stretch>
            <a:fillRect/>
          </a:stretch>
        </p:blipFill>
        <p:spPr>
          <a:xfrm>
            <a:off x="5423515" y="1337423"/>
            <a:ext cx="5099609" cy="3922776"/>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light) 1 1 1">
  <p:cSld name="SECTION_HEADER_2_1_1_2_1_1_1">
    <p:bg>
      <p:bgPr>
        <a:solidFill>
          <a:schemeClr val="lt1"/>
        </a:solidFill>
      </p:bgPr>
    </p:bg>
    <p:spTree>
      <p:nvGrpSpPr>
        <p:cNvPr id="80" name="Shape 80"/>
        <p:cNvGrpSpPr/>
        <p:nvPr/>
      </p:nvGrpSpPr>
      <p:grpSpPr>
        <a:xfrm>
          <a:off x="0" y="0"/>
          <a:ext cx="0" cy="0"/>
          <a:chOff x="0" y="0"/>
          <a:chExt cx="0" cy="0"/>
        </a:xfrm>
      </p:grpSpPr>
      <p:sp>
        <p:nvSpPr>
          <p:cNvPr id="81" name="Google Shape;81;p23"/>
          <p:cNvSpPr txBox="1"/>
          <p:nvPr>
            <p:ph type="title"/>
          </p:nvPr>
        </p:nvSpPr>
        <p:spPr>
          <a:xfrm>
            <a:off x="311700" y="2150850"/>
            <a:ext cx="3795000" cy="841800"/>
          </a:xfrm>
          <a:prstGeom prst="rect">
            <a:avLst/>
          </a:prstGeom>
        </p:spPr>
        <p:txBody>
          <a:bodyPr anchorCtr="0" anchor="ctr" bIns="91425" lIns="91425" spcFirstLastPara="1" rIns="91425" wrap="square" tIns="91425">
            <a:norm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82" name="Google Shape;82;p23"/>
          <p:cNvPicPr preferRelativeResize="0"/>
          <p:nvPr/>
        </p:nvPicPr>
        <p:blipFill>
          <a:blip r:embed="rId2">
            <a:alphaModFix/>
          </a:blip>
          <a:stretch>
            <a:fillRect/>
          </a:stretch>
        </p:blipFill>
        <p:spPr>
          <a:xfrm>
            <a:off x="5347151" y="1327534"/>
            <a:ext cx="3922575" cy="390734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1 1 1">
  <p:cSld name="SECTION_HEADER_2_1_1_1_1_1_1_1">
    <p:bg>
      <p:bgPr>
        <a:solidFill>
          <a:srgbClr val="292929"/>
        </a:solidFill>
      </p:bgPr>
    </p:bg>
    <p:spTree>
      <p:nvGrpSpPr>
        <p:cNvPr id="83" name="Shape 83"/>
        <p:cNvGrpSpPr/>
        <p:nvPr/>
      </p:nvGrpSpPr>
      <p:grpSpPr>
        <a:xfrm>
          <a:off x="0" y="0"/>
          <a:ext cx="0" cy="0"/>
          <a:chOff x="0" y="0"/>
          <a:chExt cx="0" cy="0"/>
        </a:xfrm>
      </p:grpSpPr>
      <p:sp>
        <p:nvSpPr>
          <p:cNvPr id="84" name="Google Shape;84;p24"/>
          <p:cNvSpPr txBox="1"/>
          <p:nvPr>
            <p:ph type="title"/>
          </p:nvPr>
        </p:nvSpPr>
        <p:spPr>
          <a:xfrm>
            <a:off x="311700" y="2150850"/>
            <a:ext cx="3795000" cy="841800"/>
          </a:xfrm>
          <a:prstGeom prst="rect">
            <a:avLst/>
          </a:prstGeom>
        </p:spPr>
        <p:txBody>
          <a:bodyPr anchorCtr="0" anchor="ctr" bIns="91425" lIns="91425" spcFirstLastPara="1" rIns="91425" wrap="square" tIns="91425">
            <a:norm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Clr>
                <a:schemeClr val="lt1"/>
              </a:buClr>
              <a:buSzPts val="3600"/>
              <a:buNone/>
              <a:defRPr sz="3600">
                <a:solidFill>
                  <a:schemeClr val="lt1"/>
                </a:solidFill>
              </a:defRPr>
            </a:lvl2pPr>
            <a:lvl3pPr lvl="2" rtl="0" algn="ctr">
              <a:lnSpc>
                <a:spcPct val="80000"/>
              </a:lnSpc>
              <a:spcBef>
                <a:spcPts val="0"/>
              </a:spcBef>
              <a:spcAft>
                <a:spcPts val="0"/>
              </a:spcAft>
              <a:buClr>
                <a:schemeClr val="lt1"/>
              </a:buClr>
              <a:buSzPts val="3600"/>
              <a:buNone/>
              <a:defRPr sz="3600">
                <a:solidFill>
                  <a:schemeClr val="lt1"/>
                </a:solidFill>
              </a:defRPr>
            </a:lvl3pPr>
            <a:lvl4pPr lvl="3" rtl="0" algn="ctr">
              <a:lnSpc>
                <a:spcPct val="80000"/>
              </a:lnSpc>
              <a:spcBef>
                <a:spcPts val="0"/>
              </a:spcBef>
              <a:spcAft>
                <a:spcPts val="0"/>
              </a:spcAft>
              <a:buClr>
                <a:schemeClr val="lt1"/>
              </a:buClr>
              <a:buSzPts val="3600"/>
              <a:buNone/>
              <a:defRPr sz="3600">
                <a:solidFill>
                  <a:schemeClr val="lt1"/>
                </a:solidFill>
              </a:defRPr>
            </a:lvl4pPr>
            <a:lvl5pPr lvl="4" rtl="0" algn="ctr">
              <a:lnSpc>
                <a:spcPct val="80000"/>
              </a:lnSpc>
              <a:spcBef>
                <a:spcPts val="0"/>
              </a:spcBef>
              <a:spcAft>
                <a:spcPts val="0"/>
              </a:spcAft>
              <a:buClr>
                <a:schemeClr val="lt1"/>
              </a:buClr>
              <a:buSzPts val="3600"/>
              <a:buNone/>
              <a:defRPr sz="3600">
                <a:solidFill>
                  <a:schemeClr val="lt1"/>
                </a:solidFill>
              </a:defRPr>
            </a:lvl5pPr>
            <a:lvl6pPr lvl="5" rtl="0" algn="ctr">
              <a:lnSpc>
                <a:spcPct val="80000"/>
              </a:lnSpc>
              <a:spcBef>
                <a:spcPts val="0"/>
              </a:spcBef>
              <a:spcAft>
                <a:spcPts val="0"/>
              </a:spcAft>
              <a:buClr>
                <a:schemeClr val="lt1"/>
              </a:buClr>
              <a:buSzPts val="3600"/>
              <a:buNone/>
              <a:defRPr sz="3600">
                <a:solidFill>
                  <a:schemeClr val="lt1"/>
                </a:solidFill>
              </a:defRPr>
            </a:lvl6pPr>
            <a:lvl7pPr lvl="6" rtl="0" algn="ctr">
              <a:lnSpc>
                <a:spcPct val="80000"/>
              </a:lnSpc>
              <a:spcBef>
                <a:spcPts val="0"/>
              </a:spcBef>
              <a:spcAft>
                <a:spcPts val="0"/>
              </a:spcAft>
              <a:buClr>
                <a:schemeClr val="lt1"/>
              </a:buClr>
              <a:buSzPts val="3600"/>
              <a:buNone/>
              <a:defRPr sz="3600">
                <a:solidFill>
                  <a:schemeClr val="lt1"/>
                </a:solidFill>
              </a:defRPr>
            </a:lvl7pPr>
            <a:lvl8pPr lvl="7" rtl="0" algn="ctr">
              <a:lnSpc>
                <a:spcPct val="80000"/>
              </a:lnSpc>
              <a:spcBef>
                <a:spcPts val="0"/>
              </a:spcBef>
              <a:spcAft>
                <a:spcPts val="0"/>
              </a:spcAft>
              <a:buClr>
                <a:schemeClr val="lt1"/>
              </a:buClr>
              <a:buSzPts val="3600"/>
              <a:buNone/>
              <a:defRPr sz="3600">
                <a:solidFill>
                  <a:schemeClr val="lt1"/>
                </a:solidFill>
              </a:defRPr>
            </a:lvl8pPr>
            <a:lvl9pPr lvl="8" rtl="0" algn="ctr">
              <a:lnSpc>
                <a:spcPct val="80000"/>
              </a:lnSpc>
              <a:spcBef>
                <a:spcPts val="0"/>
              </a:spcBef>
              <a:spcAft>
                <a:spcPts val="0"/>
              </a:spcAft>
              <a:buClr>
                <a:schemeClr val="lt1"/>
              </a:buClr>
              <a:buSzPts val="3600"/>
              <a:buNone/>
              <a:defRPr sz="3600">
                <a:solidFill>
                  <a:schemeClr val="lt1"/>
                </a:solidFill>
              </a:defRPr>
            </a:lvl9pPr>
          </a:lstStyle>
          <a:p/>
        </p:txBody>
      </p:sp>
      <p:pic>
        <p:nvPicPr>
          <p:cNvPr id="85" name="Google Shape;85;p24"/>
          <p:cNvPicPr preferRelativeResize="0"/>
          <p:nvPr/>
        </p:nvPicPr>
        <p:blipFill>
          <a:blip r:embed="rId2">
            <a:alphaModFix/>
          </a:blip>
          <a:stretch>
            <a:fillRect/>
          </a:stretch>
        </p:blipFill>
        <p:spPr>
          <a:xfrm>
            <a:off x="5347151" y="1327534"/>
            <a:ext cx="3922575" cy="390734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SECTION_HEADER_3">
    <p:bg>
      <p:bgPr>
        <a:solidFill>
          <a:srgbClr val="F0F0F0"/>
        </a:solidFill>
      </p:bgPr>
    </p:bg>
    <p:spTree>
      <p:nvGrpSpPr>
        <p:cNvPr id="86" name="Shape 86"/>
        <p:cNvGrpSpPr/>
        <p:nvPr/>
      </p:nvGrpSpPr>
      <p:grpSpPr>
        <a:xfrm>
          <a:off x="0" y="0"/>
          <a:ext cx="0" cy="0"/>
          <a:chOff x="0" y="0"/>
          <a:chExt cx="0" cy="0"/>
        </a:xfrm>
      </p:grpSpPr>
      <p:sp>
        <p:nvSpPr>
          <p:cNvPr id="87" name="Google Shape;87;p25"/>
          <p:cNvSpPr txBox="1"/>
          <p:nvPr>
            <p:ph type="title"/>
          </p:nvPr>
        </p:nvSpPr>
        <p:spPr>
          <a:xfrm>
            <a:off x="311700" y="2150850"/>
            <a:ext cx="4292700" cy="841800"/>
          </a:xfrm>
          <a:prstGeom prst="rect">
            <a:avLst/>
          </a:prstGeom>
        </p:spPr>
        <p:txBody>
          <a:bodyPr anchorCtr="0" anchor="ctr" bIns="91425" lIns="91425" spcFirstLastPara="1" rIns="91425" wrap="square" tIns="91425">
            <a:normAutofit/>
          </a:bodyPr>
          <a:lstStyle>
            <a:lvl1pPr lvl="0" rtl="0" algn="l">
              <a:spcBef>
                <a:spcPts val="0"/>
              </a:spcBef>
              <a:spcAft>
                <a:spcPts val="0"/>
              </a:spcAft>
              <a:buSzPts val="3200"/>
              <a:buNone/>
              <a:defRPr sz="3200"/>
            </a:lvl1pPr>
            <a:lvl2pPr lvl="1" rtl="0" algn="ctr">
              <a:spcBef>
                <a:spcPts val="0"/>
              </a:spcBef>
              <a:spcAft>
                <a:spcPts val="0"/>
              </a:spcAft>
              <a:buSzPts val="3200"/>
              <a:buNone/>
              <a:defRPr sz="3200"/>
            </a:lvl2pPr>
            <a:lvl3pPr lvl="2" rtl="0" algn="ctr">
              <a:spcBef>
                <a:spcPts val="0"/>
              </a:spcBef>
              <a:spcAft>
                <a:spcPts val="0"/>
              </a:spcAft>
              <a:buSzPts val="3200"/>
              <a:buNone/>
              <a:defRPr sz="3200"/>
            </a:lvl3pPr>
            <a:lvl4pPr lvl="3" rtl="0" algn="ctr">
              <a:spcBef>
                <a:spcPts val="0"/>
              </a:spcBef>
              <a:spcAft>
                <a:spcPts val="0"/>
              </a:spcAft>
              <a:buSzPts val="3200"/>
              <a:buNone/>
              <a:defRPr sz="3200"/>
            </a:lvl4pPr>
            <a:lvl5pPr lvl="4" rtl="0" algn="ctr">
              <a:spcBef>
                <a:spcPts val="0"/>
              </a:spcBef>
              <a:spcAft>
                <a:spcPts val="0"/>
              </a:spcAft>
              <a:buSzPts val="3200"/>
              <a:buNone/>
              <a:defRPr sz="3200"/>
            </a:lvl5pPr>
            <a:lvl6pPr lvl="5" rtl="0" algn="ctr">
              <a:spcBef>
                <a:spcPts val="0"/>
              </a:spcBef>
              <a:spcAft>
                <a:spcPts val="0"/>
              </a:spcAft>
              <a:buSzPts val="3200"/>
              <a:buNone/>
              <a:defRPr sz="3200"/>
            </a:lvl6pPr>
            <a:lvl7pPr lvl="6" rtl="0" algn="ctr">
              <a:spcBef>
                <a:spcPts val="0"/>
              </a:spcBef>
              <a:spcAft>
                <a:spcPts val="0"/>
              </a:spcAft>
              <a:buSzPts val="3200"/>
              <a:buNone/>
              <a:defRPr sz="3200"/>
            </a:lvl7pPr>
            <a:lvl8pPr lvl="7" rtl="0" algn="ctr">
              <a:spcBef>
                <a:spcPts val="0"/>
              </a:spcBef>
              <a:spcAft>
                <a:spcPts val="0"/>
              </a:spcAft>
              <a:buSzPts val="3200"/>
              <a:buNone/>
              <a:defRPr sz="3200"/>
            </a:lvl8pPr>
            <a:lvl9pPr lvl="8" rtl="0" algn="ctr">
              <a:spcBef>
                <a:spcPts val="0"/>
              </a:spcBef>
              <a:spcAft>
                <a:spcPts val="0"/>
              </a:spcAft>
              <a:buSzPts val="3200"/>
              <a:buNone/>
              <a:defRPr sz="3200"/>
            </a:lvl9pPr>
          </a:lstStyle>
          <a:p/>
        </p:txBody>
      </p:sp>
      <p:cxnSp>
        <p:nvCxnSpPr>
          <p:cNvPr id="88" name="Google Shape;88;p25"/>
          <p:cNvCxnSpPr/>
          <p:nvPr/>
        </p:nvCxnSpPr>
        <p:spPr>
          <a:xfrm rot="10800000">
            <a:off x="6186175" y="1532675"/>
            <a:ext cx="3261300" cy="0"/>
          </a:xfrm>
          <a:prstGeom prst="straightConnector1">
            <a:avLst/>
          </a:prstGeom>
          <a:noFill/>
          <a:ln cap="flat" cmpd="sng" w="9525">
            <a:solidFill>
              <a:srgbClr val="1E1E1E"/>
            </a:solidFill>
            <a:prstDash val="solid"/>
            <a:round/>
            <a:headEnd len="med" w="med" type="none"/>
            <a:tailEnd len="med" w="med" type="none"/>
          </a:ln>
        </p:spPr>
      </p:cxnSp>
      <p:cxnSp>
        <p:nvCxnSpPr>
          <p:cNvPr id="89" name="Google Shape;89;p25"/>
          <p:cNvCxnSpPr/>
          <p:nvPr/>
        </p:nvCxnSpPr>
        <p:spPr>
          <a:xfrm>
            <a:off x="6573900" y="666900"/>
            <a:ext cx="0" cy="3809700"/>
          </a:xfrm>
          <a:prstGeom prst="straightConnector1">
            <a:avLst/>
          </a:prstGeom>
          <a:noFill/>
          <a:ln cap="flat" cmpd="sng" w="9525">
            <a:solidFill>
              <a:srgbClr val="1E1E1E"/>
            </a:solidFill>
            <a:prstDash val="solid"/>
            <a:round/>
            <a:headEnd len="med" w="med" type="none"/>
            <a:tailEnd len="med" w="med" type="none"/>
          </a:ln>
        </p:spPr>
      </p:cxnSp>
      <p:sp>
        <p:nvSpPr>
          <p:cNvPr id="90" name="Google Shape;90;p25"/>
          <p:cNvSpPr txBox="1"/>
          <p:nvPr>
            <p:ph idx="1" type="body"/>
          </p:nvPr>
        </p:nvSpPr>
        <p:spPr>
          <a:xfrm>
            <a:off x="6916025" y="1754525"/>
            <a:ext cx="1916400" cy="2703000"/>
          </a:xfrm>
          <a:prstGeom prst="rect">
            <a:avLst/>
          </a:prstGeom>
        </p:spPr>
        <p:txBody>
          <a:bodyPr anchorCtr="0" anchor="b" bIns="91425" lIns="0"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pic>
        <p:nvPicPr>
          <p:cNvPr id="91" name="Google Shape;91;p25"/>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 with title_light">
  <p:cSld name="ONE_COLUMN_TEXT_1_1_1">
    <p:spTree>
      <p:nvGrpSpPr>
        <p:cNvPr id="92" name="Shape 92"/>
        <p:cNvGrpSpPr/>
        <p:nvPr/>
      </p:nvGrpSpPr>
      <p:grpSpPr>
        <a:xfrm>
          <a:off x="0" y="0"/>
          <a:ext cx="0" cy="0"/>
          <a:chOff x="0" y="0"/>
          <a:chExt cx="0" cy="0"/>
        </a:xfrm>
      </p:grpSpPr>
      <p:sp>
        <p:nvSpPr>
          <p:cNvPr id="93" name="Google Shape;93;p26"/>
          <p:cNvSpPr txBox="1"/>
          <p:nvPr>
            <p:ph idx="1" type="body"/>
          </p:nvPr>
        </p:nvSpPr>
        <p:spPr>
          <a:xfrm>
            <a:off x="6419094" y="1216152"/>
            <a:ext cx="2469000" cy="15789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94" name="Google Shape;94;p26"/>
          <p:cNvSpPr txBox="1"/>
          <p:nvPr>
            <p:ph idx="2" type="body"/>
          </p:nvPr>
        </p:nvSpPr>
        <p:spPr>
          <a:xfrm>
            <a:off x="6419094" y="2871216"/>
            <a:ext cx="2469000" cy="15789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95" name="Google Shape;95;p26"/>
          <p:cNvSpPr txBox="1"/>
          <p:nvPr>
            <p:ph idx="3" type="body"/>
          </p:nvPr>
        </p:nvSpPr>
        <p:spPr>
          <a:xfrm>
            <a:off x="365750" y="1216152"/>
            <a:ext cx="2469000" cy="15789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96" name="Google Shape;96;p26"/>
          <p:cNvSpPr txBox="1"/>
          <p:nvPr>
            <p:ph idx="4" type="body"/>
          </p:nvPr>
        </p:nvSpPr>
        <p:spPr>
          <a:xfrm>
            <a:off x="3392422" y="1216152"/>
            <a:ext cx="2469000" cy="15789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97" name="Google Shape;97;p26"/>
          <p:cNvSpPr txBox="1"/>
          <p:nvPr>
            <p:ph idx="5" type="body"/>
          </p:nvPr>
        </p:nvSpPr>
        <p:spPr>
          <a:xfrm>
            <a:off x="365750" y="2871216"/>
            <a:ext cx="2469000" cy="15789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98" name="Google Shape;98;p26"/>
          <p:cNvSpPr txBox="1"/>
          <p:nvPr>
            <p:ph idx="6" type="body"/>
          </p:nvPr>
        </p:nvSpPr>
        <p:spPr>
          <a:xfrm>
            <a:off x="3392422" y="2871216"/>
            <a:ext cx="2469000" cy="15789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99" name="Google Shape;99;p26"/>
          <p:cNvSpPr txBox="1"/>
          <p:nvPr>
            <p:ph type="title"/>
          </p:nvPr>
        </p:nvSpPr>
        <p:spPr>
          <a:xfrm>
            <a:off x="311700" y="310896"/>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00" name="Google Shape;100;p26"/>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with title_light">
  <p:cSld name="ONE_COLUMN_TEXT_1">
    <p:spTree>
      <p:nvGrpSpPr>
        <p:cNvPr id="101" name="Shape 101"/>
        <p:cNvGrpSpPr/>
        <p:nvPr/>
      </p:nvGrpSpPr>
      <p:grpSpPr>
        <a:xfrm>
          <a:off x="0" y="0"/>
          <a:ext cx="0" cy="0"/>
          <a:chOff x="0" y="0"/>
          <a:chExt cx="0" cy="0"/>
        </a:xfrm>
      </p:grpSpPr>
      <p:sp>
        <p:nvSpPr>
          <p:cNvPr id="102" name="Google Shape;102;p27"/>
          <p:cNvSpPr txBox="1"/>
          <p:nvPr>
            <p:ph idx="1" type="body"/>
          </p:nvPr>
        </p:nvSpPr>
        <p:spPr>
          <a:xfrm>
            <a:off x="6419088" y="1216152"/>
            <a:ext cx="2469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03" name="Google Shape;103;p27"/>
          <p:cNvSpPr txBox="1"/>
          <p:nvPr>
            <p:ph idx="2" type="body"/>
          </p:nvPr>
        </p:nvSpPr>
        <p:spPr>
          <a:xfrm>
            <a:off x="311700" y="1216152"/>
            <a:ext cx="2469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04" name="Google Shape;104;p27"/>
          <p:cNvSpPr txBox="1"/>
          <p:nvPr>
            <p:ph idx="3" type="body"/>
          </p:nvPr>
        </p:nvSpPr>
        <p:spPr>
          <a:xfrm>
            <a:off x="3392424" y="1216152"/>
            <a:ext cx="2469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05" name="Google Shape;105;p27"/>
          <p:cNvSpPr txBox="1"/>
          <p:nvPr>
            <p:ph type="title"/>
          </p:nvPr>
        </p:nvSpPr>
        <p:spPr>
          <a:xfrm>
            <a:off x="311700" y="310896"/>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06" name="Google Shape;106;p27"/>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_dark">
  <p:cSld name="TITLE_AND_TWO_COLUMNS_2">
    <p:bg>
      <p:bgPr>
        <a:solidFill>
          <a:srgbClr val="171717"/>
        </a:solidFill>
      </p:bgPr>
    </p:bg>
    <p:spTree>
      <p:nvGrpSpPr>
        <p:cNvPr id="107" name="Shape 107"/>
        <p:cNvGrpSpPr/>
        <p:nvPr/>
      </p:nvGrpSpPr>
      <p:grpSpPr>
        <a:xfrm>
          <a:off x="0" y="0"/>
          <a:ext cx="0" cy="0"/>
          <a:chOff x="0" y="0"/>
          <a:chExt cx="0" cy="0"/>
        </a:xfrm>
      </p:grpSpPr>
      <p:sp>
        <p:nvSpPr>
          <p:cNvPr id="108" name="Google Shape;108;p28"/>
          <p:cNvSpPr txBox="1"/>
          <p:nvPr>
            <p:ph type="title"/>
          </p:nvPr>
        </p:nvSpPr>
        <p:spPr>
          <a:xfrm>
            <a:off x="311700" y="310896"/>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09" name="Google Shape;109;p28"/>
          <p:cNvSpPr txBox="1"/>
          <p:nvPr>
            <p:ph idx="1" type="body"/>
          </p:nvPr>
        </p:nvSpPr>
        <p:spPr>
          <a:xfrm>
            <a:off x="311700" y="1152475"/>
            <a:ext cx="3999900" cy="3305100"/>
          </a:xfrm>
          <a:prstGeom prst="rect">
            <a:avLst/>
          </a:prstGeom>
        </p:spPr>
        <p:txBody>
          <a:bodyPr anchorCtr="0" anchor="b" bIns="91425" lIns="91425" spcFirstLastPara="1" rIns="91425" wrap="square" tIns="91425">
            <a:normAutofit/>
          </a:bodyPr>
          <a:lstStyle>
            <a:lvl1pPr indent="-311150" lvl="0" marL="457200" rtl="0">
              <a:spcBef>
                <a:spcPts val="0"/>
              </a:spcBef>
              <a:spcAft>
                <a:spcPts val="0"/>
              </a:spcAft>
              <a:buClr>
                <a:schemeClr val="lt1"/>
              </a:buClr>
              <a:buSzPts val="1300"/>
              <a:buChar char="●"/>
              <a:defRPr sz="1300">
                <a:solidFill>
                  <a:schemeClr val="lt1"/>
                </a:solidFill>
              </a:defRPr>
            </a:lvl1pPr>
            <a:lvl2pPr indent="-311150" lvl="1" marL="914400" rtl="0">
              <a:spcBef>
                <a:spcPts val="0"/>
              </a:spcBef>
              <a:spcAft>
                <a:spcPts val="0"/>
              </a:spcAft>
              <a:buClr>
                <a:schemeClr val="lt1"/>
              </a:buClr>
              <a:buSzPts val="1300"/>
              <a:buChar char="○"/>
              <a:defRPr sz="1300">
                <a:solidFill>
                  <a:schemeClr val="lt1"/>
                </a:solidFill>
              </a:defRPr>
            </a:lvl2pPr>
            <a:lvl3pPr indent="-311150" lvl="2" marL="1371600" rtl="0">
              <a:spcBef>
                <a:spcPts val="0"/>
              </a:spcBef>
              <a:spcAft>
                <a:spcPts val="0"/>
              </a:spcAft>
              <a:buClr>
                <a:schemeClr val="lt1"/>
              </a:buClr>
              <a:buSzPts val="1300"/>
              <a:buChar char="■"/>
              <a:defRPr sz="1300">
                <a:solidFill>
                  <a:schemeClr val="lt1"/>
                </a:solidFill>
              </a:defRPr>
            </a:lvl3pPr>
            <a:lvl4pPr indent="-311150" lvl="3" marL="1828800" rtl="0">
              <a:spcBef>
                <a:spcPts val="0"/>
              </a:spcBef>
              <a:spcAft>
                <a:spcPts val="0"/>
              </a:spcAft>
              <a:buClr>
                <a:schemeClr val="lt1"/>
              </a:buClr>
              <a:buSzPts val="1300"/>
              <a:buChar char="●"/>
              <a:defRPr sz="1300">
                <a:solidFill>
                  <a:schemeClr val="lt1"/>
                </a:solidFill>
              </a:defRPr>
            </a:lvl4pPr>
            <a:lvl5pPr indent="-311150" lvl="4" marL="2286000" rtl="0">
              <a:spcBef>
                <a:spcPts val="0"/>
              </a:spcBef>
              <a:spcAft>
                <a:spcPts val="0"/>
              </a:spcAft>
              <a:buClr>
                <a:schemeClr val="lt1"/>
              </a:buClr>
              <a:buSzPts val="1300"/>
              <a:buChar char="○"/>
              <a:defRPr sz="1300">
                <a:solidFill>
                  <a:schemeClr val="lt1"/>
                </a:solidFill>
              </a:defRPr>
            </a:lvl5pPr>
            <a:lvl6pPr indent="-311150" lvl="5" marL="2743200" rtl="0">
              <a:spcBef>
                <a:spcPts val="0"/>
              </a:spcBef>
              <a:spcAft>
                <a:spcPts val="0"/>
              </a:spcAft>
              <a:buClr>
                <a:schemeClr val="lt1"/>
              </a:buClr>
              <a:buSzPts val="1300"/>
              <a:buChar char="■"/>
              <a:defRPr sz="1300">
                <a:solidFill>
                  <a:schemeClr val="lt1"/>
                </a:solidFill>
              </a:defRPr>
            </a:lvl6pPr>
            <a:lvl7pPr indent="-311150" lvl="6" marL="3200400" rtl="0">
              <a:spcBef>
                <a:spcPts val="0"/>
              </a:spcBef>
              <a:spcAft>
                <a:spcPts val="0"/>
              </a:spcAft>
              <a:buClr>
                <a:schemeClr val="lt1"/>
              </a:buClr>
              <a:buSzPts val="1300"/>
              <a:buChar char="●"/>
              <a:defRPr sz="1300">
                <a:solidFill>
                  <a:schemeClr val="lt1"/>
                </a:solidFill>
              </a:defRPr>
            </a:lvl7pPr>
            <a:lvl8pPr indent="-311150" lvl="7" marL="3657600" rtl="0">
              <a:spcBef>
                <a:spcPts val="0"/>
              </a:spcBef>
              <a:spcAft>
                <a:spcPts val="0"/>
              </a:spcAft>
              <a:buClr>
                <a:schemeClr val="lt1"/>
              </a:buClr>
              <a:buSzPts val="1300"/>
              <a:buChar char="○"/>
              <a:defRPr sz="1300">
                <a:solidFill>
                  <a:schemeClr val="lt1"/>
                </a:solidFill>
              </a:defRPr>
            </a:lvl8pPr>
            <a:lvl9pPr indent="-311150" lvl="8" marL="4114800" rtl="0">
              <a:spcBef>
                <a:spcPts val="0"/>
              </a:spcBef>
              <a:spcAft>
                <a:spcPts val="0"/>
              </a:spcAft>
              <a:buClr>
                <a:schemeClr val="lt1"/>
              </a:buClr>
              <a:buSzPts val="1300"/>
              <a:buChar char="■"/>
              <a:defRPr sz="1300">
                <a:solidFill>
                  <a:schemeClr val="lt1"/>
                </a:solidFill>
              </a:defRPr>
            </a:lvl9pPr>
          </a:lstStyle>
          <a:p/>
        </p:txBody>
      </p:sp>
      <p:sp>
        <p:nvSpPr>
          <p:cNvPr id="110" name="Google Shape;110;p28"/>
          <p:cNvSpPr txBox="1"/>
          <p:nvPr>
            <p:ph idx="2" type="body"/>
          </p:nvPr>
        </p:nvSpPr>
        <p:spPr>
          <a:xfrm>
            <a:off x="4832400" y="1152475"/>
            <a:ext cx="3999900" cy="3305100"/>
          </a:xfrm>
          <a:prstGeom prst="rect">
            <a:avLst/>
          </a:prstGeom>
        </p:spPr>
        <p:txBody>
          <a:bodyPr anchorCtr="0" anchor="b" bIns="91425" lIns="91425" spcFirstLastPara="1" rIns="91425" wrap="square" tIns="91425">
            <a:normAutofit/>
          </a:bodyPr>
          <a:lstStyle>
            <a:lvl1pPr indent="-311150" lvl="0" marL="457200" rtl="0">
              <a:spcBef>
                <a:spcPts val="0"/>
              </a:spcBef>
              <a:spcAft>
                <a:spcPts val="0"/>
              </a:spcAft>
              <a:buClr>
                <a:schemeClr val="lt1"/>
              </a:buClr>
              <a:buSzPts val="1300"/>
              <a:buChar char="●"/>
              <a:defRPr sz="1300">
                <a:solidFill>
                  <a:schemeClr val="lt1"/>
                </a:solidFill>
              </a:defRPr>
            </a:lvl1pPr>
            <a:lvl2pPr indent="-311150" lvl="1" marL="914400" rtl="0">
              <a:spcBef>
                <a:spcPts val="0"/>
              </a:spcBef>
              <a:spcAft>
                <a:spcPts val="0"/>
              </a:spcAft>
              <a:buClr>
                <a:schemeClr val="lt1"/>
              </a:buClr>
              <a:buSzPts val="1300"/>
              <a:buChar char="○"/>
              <a:defRPr sz="1300">
                <a:solidFill>
                  <a:schemeClr val="lt1"/>
                </a:solidFill>
              </a:defRPr>
            </a:lvl2pPr>
            <a:lvl3pPr indent="-311150" lvl="2" marL="1371600" rtl="0">
              <a:spcBef>
                <a:spcPts val="0"/>
              </a:spcBef>
              <a:spcAft>
                <a:spcPts val="0"/>
              </a:spcAft>
              <a:buClr>
                <a:schemeClr val="lt1"/>
              </a:buClr>
              <a:buSzPts val="1300"/>
              <a:buChar char="■"/>
              <a:defRPr sz="1300">
                <a:solidFill>
                  <a:schemeClr val="lt1"/>
                </a:solidFill>
              </a:defRPr>
            </a:lvl3pPr>
            <a:lvl4pPr indent="-311150" lvl="3" marL="1828800" rtl="0">
              <a:spcBef>
                <a:spcPts val="0"/>
              </a:spcBef>
              <a:spcAft>
                <a:spcPts val="0"/>
              </a:spcAft>
              <a:buClr>
                <a:schemeClr val="lt1"/>
              </a:buClr>
              <a:buSzPts val="1300"/>
              <a:buChar char="●"/>
              <a:defRPr sz="1300">
                <a:solidFill>
                  <a:schemeClr val="lt1"/>
                </a:solidFill>
              </a:defRPr>
            </a:lvl4pPr>
            <a:lvl5pPr indent="-311150" lvl="4" marL="2286000" rtl="0">
              <a:spcBef>
                <a:spcPts val="0"/>
              </a:spcBef>
              <a:spcAft>
                <a:spcPts val="0"/>
              </a:spcAft>
              <a:buClr>
                <a:schemeClr val="lt1"/>
              </a:buClr>
              <a:buSzPts val="1300"/>
              <a:buChar char="○"/>
              <a:defRPr sz="1300">
                <a:solidFill>
                  <a:schemeClr val="lt1"/>
                </a:solidFill>
              </a:defRPr>
            </a:lvl5pPr>
            <a:lvl6pPr indent="-311150" lvl="5" marL="2743200" rtl="0">
              <a:spcBef>
                <a:spcPts val="0"/>
              </a:spcBef>
              <a:spcAft>
                <a:spcPts val="0"/>
              </a:spcAft>
              <a:buClr>
                <a:schemeClr val="lt1"/>
              </a:buClr>
              <a:buSzPts val="1300"/>
              <a:buChar char="■"/>
              <a:defRPr sz="1300">
                <a:solidFill>
                  <a:schemeClr val="lt1"/>
                </a:solidFill>
              </a:defRPr>
            </a:lvl6pPr>
            <a:lvl7pPr indent="-311150" lvl="6" marL="3200400" rtl="0">
              <a:spcBef>
                <a:spcPts val="0"/>
              </a:spcBef>
              <a:spcAft>
                <a:spcPts val="0"/>
              </a:spcAft>
              <a:buClr>
                <a:schemeClr val="lt1"/>
              </a:buClr>
              <a:buSzPts val="1300"/>
              <a:buChar char="●"/>
              <a:defRPr sz="1300">
                <a:solidFill>
                  <a:schemeClr val="lt1"/>
                </a:solidFill>
              </a:defRPr>
            </a:lvl7pPr>
            <a:lvl8pPr indent="-311150" lvl="7" marL="3657600" rtl="0">
              <a:spcBef>
                <a:spcPts val="0"/>
              </a:spcBef>
              <a:spcAft>
                <a:spcPts val="0"/>
              </a:spcAft>
              <a:buClr>
                <a:schemeClr val="lt1"/>
              </a:buClr>
              <a:buSzPts val="1300"/>
              <a:buChar char="○"/>
              <a:defRPr sz="1300">
                <a:solidFill>
                  <a:schemeClr val="lt1"/>
                </a:solidFill>
              </a:defRPr>
            </a:lvl8pPr>
            <a:lvl9pPr indent="-311150" lvl="8" marL="4114800" rtl="0">
              <a:spcBef>
                <a:spcPts val="0"/>
              </a:spcBef>
              <a:spcAft>
                <a:spcPts val="0"/>
              </a:spcAft>
              <a:buClr>
                <a:schemeClr val="lt1"/>
              </a:buClr>
              <a:buSzPts val="1300"/>
              <a:buChar char="■"/>
              <a:defRPr sz="1300">
                <a:solidFill>
                  <a:schemeClr val="lt1"/>
                </a:solidFill>
              </a:defRPr>
            </a:lvl9pPr>
          </a:lstStyle>
          <a:p/>
        </p:txBody>
      </p:sp>
      <p:sp>
        <p:nvSpPr>
          <p:cNvPr id="111" name="Google Shape;11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8"/>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_dark">
  <p:cSld name="TITLE_AND_BODY_1">
    <p:bg>
      <p:bgPr>
        <a:solidFill>
          <a:srgbClr val="292929"/>
        </a:solidFill>
      </p:bgPr>
    </p:bg>
    <p:spTree>
      <p:nvGrpSpPr>
        <p:cNvPr id="113" name="Shape 113"/>
        <p:cNvGrpSpPr/>
        <p:nvPr/>
      </p:nvGrpSpPr>
      <p:grpSpPr>
        <a:xfrm>
          <a:off x="0" y="0"/>
          <a:ext cx="0" cy="0"/>
          <a:chOff x="0" y="0"/>
          <a:chExt cx="0" cy="0"/>
        </a:xfrm>
      </p:grpSpPr>
      <p:sp>
        <p:nvSpPr>
          <p:cNvPr id="114" name="Google Shape;114;p29"/>
          <p:cNvSpPr txBox="1"/>
          <p:nvPr>
            <p:ph type="title"/>
          </p:nvPr>
        </p:nvSpPr>
        <p:spPr>
          <a:xfrm>
            <a:off x="311700" y="310900"/>
            <a:ext cx="403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15" name="Google Shape;115;p29"/>
          <p:cNvSpPr txBox="1"/>
          <p:nvPr>
            <p:ph idx="1" type="body"/>
          </p:nvPr>
        </p:nvSpPr>
        <p:spPr>
          <a:xfrm>
            <a:off x="311700" y="1174075"/>
            <a:ext cx="4035900" cy="3283500"/>
          </a:xfrm>
          <a:prstGeom prst="rect">
            <a:avLst/>
          </a:prstGeom>
        </p:spPr>
        <p:txBody>
          <a:bodyPr anchorCtr="0" anchor="b"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pic>
        <p:nvPicPr>
          <p:cNvPr id="116" name="Google Shape;116;p29"/>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
        <p:nvSpPr>
          <p:cNvPr id="117" name="Google Shape;117;p29"/>
          <p:cNvSpPr/>
          <p:nvPr>
            <p:ph idx="2" type="pic"/>
          </p:nvPr>
        </p:nvSpPr>
        <p:spPr>
          <a:xfrm>
            <a:off x="4730589" y="354450"/>
            <a:ext cx="4101600" cy="4105800"/>
          </a:xfrm>
          <a:prstGeom prst="rect">
            <a:avLst/>
          </a:prstGeom>
          <a:solidFill>
            <a:srgbClr val="F8F8F8"/>
          </a:solidFill>
          <a:ln>
            <a:noFill/>
          </a:ln>
        </p:spPr>
      </p:sp>
    </p:spTree>
  </p:cSld>
  <p:clrMapOvr>
    <a:masterClrMapping/>
  </p:clrMapOvr>
  <p:extLst>
    <p:ext uri="{DCECCB84-F9BA-43D5-87BE-67443E8EF086}">
      <p15:sldGuideLst>
        <p15:guide id="1" orient="horz" pos="2808">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_light">
  <p:cSld name="TITLE_AND_BODY_2">
    <p:spTree>
      <p:nvGrpSpPr>
        <p:cNvPr id="118" name="Shape 118"/>
        <p:cNvGrpSpPr/>
        <p:nvPr/>
      </p:nvGrpSpPr>
      <p:grpSpPr>
        <a:xfrm>
          <a:off x="0" y="0"/>
          <a:ext cx="0" cy="0"/>
          <a:chOff x="0" y="0"/>
          <a:chExt cx="0" cy="0"/>
        </a:xfrm>
      </p:grpSpPr>
      <p:sp>
        <p:nvSpPr>
          <p:cNvPr id="119" name="Google Shape;119;p30"/>
          <p:cNvSpPr/>
          <p:nvPr>
            <p:ph idx="2" type="pic"/>
          </p:nvPr>
        </p:nvSpPr>
        <p:spPr>
          <a:xfrm>
            <a:off x="4730589" y="354450"/>
            <a:ext cx="4101600" cy="4105800"/>
          </a:xfrm>
          <a:prstGeom prst="rect">
            <a:avLst/>
          </a:prstGeom>
          <a:solidFill>
            <a:srgbClr val="F8F8F8"/>
          </a:solidFill>
          <a:ln>
            <a:noFill/>
          </a:ln>
        </p:spPr>
      </p:sp>
      <p:sp>
        <p:nvSpPr>
          <p:cNvPr id="120" name="Google Shape;120;p30"/>
          <p:cNvSpPr txBox="1"/>
          <p:nvPr>
            <p:ph type="title"/>
          </p:nvPr>
        </p:nvSpPr>
        <p:spPr>
          <a:xfrm>
            <a:off x="311700" y="310900"/>
            <a:ext cx="40248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30"/>
          <p:cNvSpPr txBox="1"/>
          <p:nvPr>
            <p:ph idx="1" type="body"/>
          </p:nvPr>
        </p:nvSpPr>
        <p:spPr>
          <a:xfrm>
            <a:off x="311700" y="1174075"/>
            <a:ext cx="4024800" cy="3283500"/>
          </a:xfrm>
          <a:prstGeom prst="rect">
            <a:avLst/>
          </a:prstGeom>
        </p:spPr>
        <p:txBody>
          <a:bodyPr anchorCtr="0" anchor="b"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pic>
        <p:nvPicPr>
          <p:cNvPr id="122" name="Google Shape;122;p30"/>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extLst>
    <p:ext uri="{DCECCB84-F9BA-43D5-87BE-67443E8EF086}">
      <p15:sldGuideLst>
        <p15:guide id="1" orient="horz" pos="2808">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dark">
  <p:cSld name="SECTION_TITLE_AND_DESCRIPTION_1_1">
    <p:bg>
      <p:bgPr>
        <a:solidFill>
          <a:srgbClr val="292929"/>
        </a:solidFill>
      </p:bgPr>
    </p:bg>
    <p:spTree>
      <p:nvGrpSpPr>
        <p:cNvPr id="123" name="Shape 123"/>
        <p:cNvGrpSpPr/>
        <p:nvPr/>
      </p:nvGrpSpPr>
      <p:grpSpPr>
        <a:xfrm>
          <a:off x="0" y="0"/>
          <a:ext cx="0" cy="0"/>
          <a:chOff x="0" y="0"/>
          <a:chExt cx="0" cy="0"/>
        </a:xfrm>
      </p:grpSpPr>
      <p:pic>
        <p:nvPicPr>
          <p:cNvPr id="124" name="Google Shape;124;p31"/>
          <p:cNvPicPr preferRelativeResize="0"/>
          <p:nvPr/>
        </p:nvPicPr>
        <p:blipFill>
          <a:blip r:embed="rId2">
            <a:alphaModFix/>
          </a:blip>
          <a:stretch>
            <a:fillRect/>
          </a:stretch>
        </p:blipFill>
        <p:spPr>
          <a:xfrm>
            <a:off x="5617450" y="-806942"/>
            <a:ext cx="3597900" cy="3597900"/>
          </a:xfrm>
          <a:prstGeom prst="rect">
            <a:avLst/>
          </a:prstGeom>
          <a:noFill/>
          <a:ln>
            <a:noFill/>
          </a:ln>
        </p:spPr>
      </p:pic>
      <p:sp>
        <p:nvSpPr>
          <p:cNvPr id="125" name="Google Shape;125;p31"/>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26" name="Google Shape;126;p31"/>
          <p:cNvSpPr/>
          <p:nvPr/>
        </p:nvSpPr>
        <p:spPr>
          <a:xfrm rot="5400000">
            <a:off x="-776100" y="2475450"/>
            <a:ext cx="3310200" cy="189300"/>
          </a:xfrm>
          <a:prstGeom prst="rect">
            <a:avLst/>
          </a:prstGeom>
          <a:solidFill>
            <a:srgbClr val="4CEC8C"/>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127" name="Google Shape;127;p31"/>
          <p:cNvSpPr txBox="1"/>
          <p:nvPr>
            <p:ph type="title"/>
          </p:nvPr>
        </p:nvSpPr>
        <p:spPr>
          <a:xfrm>
            <a:off x="1307592" y="1257800"/>
            <a:ext cx="3189000" cy="1285800"/>
          </a:xfrm>
          <a:prstGeom prst="rect">
            <a:avLst/>
          </a:prstGeom>
        </p:spPr>
        <p:txBody>
          <a:bodyPr anchorCtr="0" anchor="b" bIns="91425" lIns="0"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28" name="Google Shape;128;p31"/>
          <p:cNvSpPr txBox="1"/>
          <p:nvPr>
            <p:ph idx="1" type="subTitle"/>
          </p:nvPr>
        </p:nvSpPr>
        <p:spPr>
          <a:xfrm>
            <a:off x="1307592" y="2738075"/>
            <a:ext cx="3189000" cy="1235100"/>
          </a:xfrm>
          <a:prstGeom prst="rect">
            <a:avLst/>
          </a:prstGeom>
        </p:spPr>
        <p:txBody>
          <a:bodyPr anchorCtr="0" anchor="t" bIns="91425" lIns="0"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129" name="Google Shape;129;p31"/>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dark">
  <p:cSld name="SECTION_TITLE_AND_DESCRIPTION_1_1_4">
    <p:bg>
      <p:bgPr>
        <a:solidFill>
          <a:srgbClr val="292929"/>
        </a:solidFill>
      </p:bgPr>
    </p:bg>
    <p:spTree>
      <p:nvGrpSpPr>
        <p:cNvPr id="130" name="Shape 130"/>
        <p:cNvGrpSpPr/>
        <p:nvPr/>
      </p:nvGrpSpPr>
      <p:grpSpPr>
        <a:xfrm>
          <a:off x="0" y="0"/>
          <a:ext cx="0" cy="0"/>
          <a:chOff x="0" y="0"/>
          <a:chExt cx="0" cy="0"/>
        </a:xfrm>
      </p:grpSpPr>
      <p:pic>
        <p:nvPicPr>
          <p:cNvPr id="131" name="Google Shape;131;p32"/>
          <p:cNvPicPr preferRelativeResize="0"/>
          <p:nvPr/>
        </p:nvPicPr>
        <p:blipFill>
          <a:blip r:embed="rId2">
            <a:alphaModFix/>
          </a:blip>
          <a:stretch>
            <a:fillRect/>
          </a:stretch>
        </p:blipFill>
        <p:spPr>
          <a:xfrm>
            <a:off x="-45325" y="-806942"/>
            <a:ext cx="3597900" cy="3597900"/>
          </a:xfrm>
          <a:prstGeom prst="rect">
            <a:avLst/>
          </a:prstGeom>
          <a:noFill/>
          <a:ln>
            <a:noFill/>
          </a:ln>
        </p:spPr>
      </p:pic>
      <p:sp>
        <p:nvSpPr>
          <p:cNvPr id="132" name="Google Shape;132;p32"/>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33" name="Google Shape;133;p32"/>
          <p:cNvSpPr/>
          <p:nvPr/>
        </p:nvSpPr>
        <p:spPr>
          <a:xfrm rot="5400000">
            <a:off x="6609900" y="2475450"/>
            <a:ext cx="3310200" cy="189300"/>
          </a:xfrm>
          <a:prstGeom prst="rect">
            <a:avLst/>
          </a:prstGeom>
          <a:solidFill>
            <a:srgbClr val="4CEC8C"/>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134" name="Google Shape;134;p32"/>
          <p:cNvSpPr txBox="1"/>
          <p:nvPr>
            <p:ph type="title"/>
          </p:nvPr>
        </p:nvSpPr>
        <p:spPr>
          <a:xfrm>
            <a:off x="4581175" y="1257800"/>
            <a:ext cx="3189000" cy="1285800"/>
          </a:xfrm>
          <a:prstGeom prst="rect">
            <a:avLst/>
          </a:prstGeom>
        </p:spPr>
        <p:txBody>
          <a:bodyPr anchorCtr="0" anchor="b" bIns="91425" lIns="91425"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35" name="Google Shape;135;p32"/>
          <p:cNvSpPr txBox="1"/>
          <p:nvPr>
            <p:ph idx="1" type="subTitle"/>
          </p:nvPr>
        </p:nvSpPr>
        <p:spPr>
          <a:xfrm>
            <a:off x="4581175" y="2738075"/>
            <a:ext cx="3189000" cy="1235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136" name="Google Shape;136;p32"/>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light">
  <p:cSld name="SECTION_TITLE_AND_DESCRIPTION_1_1_3">
    <p:bg>
      <p:bgPr>
        <a:solidFill>
          <a:srgbClr val="F0F0F0"/>
        </a:solidFill>
      </p:bgPr>
    </p:bg>
    <p:spTree>
      <p:nvGrpSpPr>
        <p:cNvPr id="137" name="Shape 137"/>
        <p:cNvGrpSpPr/>
        <p:nvPr/>
      </p:nvGrpSpPr>
      <p:grpSpPr>
        <a:xfrm>
          <a:off x="0" y="0"/>
          <a:ext cx="0" cy="0"/>
          <a:chOff x="0" y="0"/>
          <a:chExt cx="0" cy="0"/>
        </a:xfrm>
      </p:grpSpPr>
      <p:pic>
        <p:nvPicPr>
          <p:cNvPr id="138" name="Google Shape;138;p33"/>
          <p:cNvPicPr preferRelativeResize="0"/>
          <p:nvPr/>
        </p:nvPicPr>
        <p:blipFill>
          <a:blip r:embed="rId2">
            <a:alphaModFix/>
          </a:blip>
          <a:stretch>
            <a:fillRect/>
          </a:stretch>
        </p:blipFill>
        <p:spPr>
          <a:xfrm>
            <a:off x="5617450" y="-806942"/>
            <a:ext cx="3597900" cy="3597900"/>
          </a:xfrm>
          <a:prstGeom prst="rect">
            <a:avLst/>
          </a:prstGeom>
          <a:noFill/>
          <a:ln>
            <a:noFill/>
          </a:ln>
        </p:spPr>
      </p:pic>
      <p:sp>
        <p:nvSpPr>
          <p:cNvPr id="139" name="Google Shape;139;p33"/>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0" name="Google Shape;140;p33"/>
          <p:cNvSpPr/>
          <p:nvPr/>
        </p:nvSpPr>
        <p:spPr>
          <a:xfrm rot="5400000">
            <a:off x="-776100" y="2475450"/>
            <a:ext cx="3310200" cy="189300"/>
          </a:xfrm>
          <a:prstGeom prst="rect">
            <a:avLst/>
          </a:prstGeom>
          <a:solidFill>
            <a:srgbClr val="4CEC8C"/>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141" name="Google Shape;141;p33"/>
          <p:cNvSpPr txBox="1"/>
          <p:nvPr>
            <p:ph type="title"/>
          </p:nvPr>
        </p:nvSpPr>
        <p:spPr>
          <a:xfrm>
            <a:off x="1307592" y="1257800"/>
            <a:ext cx="3189000" cy="1285800"/>
          </a:xfrm>
          <a:prstGeom prst="rect">
            <a:avLst/>
          </a:prstGeom>
        </p:spPr>
        <p:txBody>
          <a:bodyPr anchorCtr="0" anchor="b" bIns="91425" lIns="0"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42" name="Google Shape;142;p33"/>
          <p:cNvSpPr txBox="1"/>
          <p:nvPr>
            <p:ph idx="1" type="subTitle"/>
          </p:nvPr>
        </p:nvSpPr>
        <p:spPr>
          <a:xfrm>
            <a:off x="1307592" y="2738075"/>
            <a:ext cx="3189000" cy="1235100"/>
          </a:xfrm>
          <a:prstGeom prst="rect">
            <a:avLst/>
          </a:prstGeom>
        </p:spPr>
        <p:txBody>
          <a:bodyPr anchorCtr="0" anchor="t" bIns="91425" lIns="0"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143" name="Google Shape;143;p33"/>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light">
  <p:cSld name="SECTION_TITLE_AND_DESCRIPTION_1_1_3_1">
    <p:bg>
      <p:bgPr>
        <a:solidFill>
          <a:srgbClr val="F0F0F0"/>
        </a:solidFill>
      </p:bgPr>
    </p:bg>
    <p:spTree>
      <p:nvGrpSpPr>
        <p:cNvPr id="144" name="Shape 144"/>
        <p:cNvGrpSpPr/>
        <p:nvPr/>
      </p:nvGrpSpPr>
      <p:grpSpPr>
        <a:xfrm>
          <a:off x="0" y="0"/>
          <a:ext cx="0" cy="0"/>
          <a:chOff x="0" y="0"/>
          <a:chExt cx="0" cy="0"/>
        </a:xfrm>
      </p:grpSpPr>
      <p:pic>
        <p:nvPicPr>
          <p:cNvPr id="145" name="Google Shape;145;p34"/>
          <p:cNvPicPr preferRelativeResize="0"/>
          <p:nvPr/>
        </p:nvPicPr>
        <p:blipFill>
          <a:blip r:embed="rId2">
            <a:alphaModFix/>
          </a:blip>
          <a:stretch>
            <a:fillRect/>
          </a:stretch>
        </p:blipFill>
        <p:spPr>
          <a:xfrm>
            <a:off x="-45325" y="-806942"/>
            <a:ext cx="3597900" cy="3597900"/>
          </a:xfrm>
          <a:prstGeom prst="rect">
            <a:avLst/>
          </a:prstGeom>
          <a:noFill/>
          <a:ln>
            <a:noFill/>
          </a:ln>
        </p:spPr>
      </p:pic>
      <p:sp>
        <p:nvSpPr>
          <p:cNvPr id="146" name="Google Shape;146;p34"/>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7" name="Google Shape;147;p34"/>
          <p:cNvSpPr/>
          <p:nvPr/>
        </p:nvSpPr>
        <p:spPr>
          <a:xfrm rot="5400000">
            <a:off x="6609900" y="2475450"/>
            <a:ext cx="3310200" cy="189300"/>
          </a:xfrm>
          <a:prstGeom prst="rect">
            <a:avLst/>
          </a:prstGeom>
          <a:solidFill>
            <a:srgbClr val="4CEC8C"/>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148" name="Google Shape;148;p34"/>
          <p:cNvSpPr txBox="1"/>
          <p:nvPr>
            <p:ph type="title"/>
          </p:nvPr>
        </p:nvSpPr>
        <p:spPr>
          <a:xfrm>
            <a:off x="4571900" y="1257800"/>
            <a:ext cx="3189000" cy="1285800"/>
          </a:xfrm>
          <a:prstGeom prst="rect">
            <a:avLst/>
          </a:prstGeom>
        </p:spPr>
        <p:txBody>
          <a:bodyPr anchorCtr="0" anchor="b" bIns="91425" lIns="91425"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49" name="Google Shape;149;p34"/>
          <p:cNvSpPr txBox="1"/>
          <p:nvPr>
            <p:ph idx="1" type="subTitle"/>
          </p:nvPr>
        </p:nvSpPr>
        <p:spPr>
          <a:xfrm>
            <a:off x="4571900" y="2738075"/>
            <a:ext cx="3189000" cy="1235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150" name="Google Shape;150;p34"/>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dark 1">
  <p:cSld name="SECTION_TITLE_AND_DESCRIPTION_1_1_5">
    <p:bg>
      <p:bgPr>
        <a:solidFill>
          <a:srgbClr val="292929"/>
        </a:solidFill>
      </p:bgPr>
    </p:bg>
    <p:spTree>
      <p:nvGrpSpPr>
        <p:cNvPr id="151" name="Shape 151"/>
        <p:cNvGrpSpPr/>
        <p:nvPr/>
      </p:nvGrpSpPr>
      <p:grpSpPr>
        <a:xfrm>
          <a:off x="0" y="0"/>
          <a:ext cx="0" cy="0"/>
          <a:chOff x="0" y="0"/>
          <a:chExt cx="0" cy="0"/>
        </a:xfrm>
      </p:grpSpPr>
      <p:pic>
        <p:nvPicPr>
          <p:cNvPr id="152" name="Google Shape;152;p35"/>
          <p:cNvPicPr preferRelativeResize="0"/>
          <p:nvPr/>
        </p:nvPicPr>
        <p:blipFill rotWithShape="1">
          <a:blip r:embed="rId2">
            <a:alphaModFix/>
          </a:blip>
          <a:srcRect b="0" l="100" r="100" t="0"/>
          <a:stretch/>
        </p:blipFill>
        <p:spPr>
          <a:xfrm flipH="1" rot="10800000">
            <a:off x="5922250" y="-126942"/>
            <a:ext cx="3597901" cy="3597900"/>
          </a:xfrm>
          <a:prstGeom prst="rect">
            <a:avLst/>
          </a:prstGeom>
          <a:noFill/>
          <a:ln>
            <a:noFill/>
          </a:ln>
        </p:spPr>
      </p:pic>
      <p:sp>
        <p:nvSpPr>
          <p:cNvPr id="153" name="Google Shape;153;p35"/>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54" name="Google Shape;154;p35"/>
          <p:cNvSpPr/>
          <p:nvPr/>
        </p:nvSpPr>
        <p:spPr>
          <a:xfrm rot="5400000">
            <a:off x="-776100" y="2475450"/>
            <a:ext cx="3310200" cy="189300"/>
          </a:xfrm>
          <a:prstGeom prst="rect">
            <a:avLst/>
          </a:prstGeom>
          <a:solidFill>
            <a:srgbClr val="FFCEE6"/>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155" name="Google Shape;155;p35"/>
          <p:cNvSpPr txBox="1"/>
          <p:nvPr>
            <p:ph type="title"/>
          </p:nvPr>
        </p:nvSpPr>
        <p:spPr>
          <a:xfrm>
            <a:off x="1307592" y="1257800"/>
            <a:ext cx="3189000" cy="1285800"/>
          </a:xfrm>
          <a:prstGeom prst="rect">
            <a:avLst/>
          </a:prstGeom>
        </p:spPr>
        <p:txBody>
          <a:bodyPr anchorCtr="0" anchor="b" bIns="91425" lIns="0"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6" name="Google Shape;156;p35"/>
          <p:cNvSpPr txBox="1"/>
          <p:nvPr>
            <p:ph idx="1" type="subTitle"/>
          </p:nvPr>
        </p:nvSpPr>
        <p:spPr>
          <a:xfrm>
            <a:off x="1307592" y="2738075"/>
            <a:ext cx="3189000" cy="1235100"/>
          </a:xfrm>
          <a:prstGeom prst="rect">
            <a:avLst/>
          </a:prstGeom>
        </p:spPr>
        <p:txBody>
          <a:bodyPr anchorCtr="0" anchor="t" bIns="91425" lIns="0"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157" name="Google Shape;157;p35"/>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dark 1">
  <p:cSld name="SECTION_TITLE_AND_DESCRIPTION_1_1_4_1">
    <p:bg>
      <p:bgPr>
        <a:solidFill>
          <a:srgbClr val="292929"/>
        </a:solidFill>
      </p:bgPr>
    </p:bg>
    <p:spTree>
      <p:nvGrpSpPr>
        <p:cNvPr id="158" name="Shape 158"/>
        <p:cNvGrpSpPr/>
        <p:nvPr/>
      </p:nvGrpSpPr>
      <p:grpSpPr>
        <a:xfrm>
          <a:off x="0" y="0"/>
          <a:ext cx="0" cy="0"/>
          <a:chOff x="0" y="0"/>
          <a:chExt cx="0" cy="0"/>
        </a:xfrm>
      </p:grpSpPr>
      <p:pic>
        <p:nvPicPr>
          <p:cNvPr id="159" name="Google Shape;159;p36"/>
          <p:cNvPicPr preferRelativeResize="0"/>
          <p:nvPr/>
        </p:nvPicPr>
        <p:blipFill rotWithShape="1">
          <a:blip r:embed="rId2">
            <a:alphaModFix/>
          </a:blip>
          <a:srcRect b="0" l="100" r="100" t="0"/>
          <a:stretch/>
        </p:blipFill>
        <p:spPr>
          <a:xfrm>
            <a:off x="0" y="-502142"/>
            <a:ext cx="3597901" cy="3597900"/>
          </a:xfrm>
          <a:prstGeom prst="rect">
            <a:avLst/>
          </a:prstGeom>
          <a:noFill/>
          <a:ln>
            <a:noFill/>
          </a:ln>
        </p:spPr>
      </p:pic>
      <p:sp>
        <p:nvSpPr>
          <p:cNvPr id="160" name="Google Shape;160;p36"/>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61" name="Google Shape;161;p36"/>
          <p:cNvSpPr/>
          <p:nvPr/>
        </p:nvSpPr>
        <p:spPr>
          <a:xfrm rot="5400000">
            <a:off x="6609900" y="2475450"/>
            <a:ext cx="3310200" cy="189300"/>
          </a:xfrm>
          <a:prstGeom prst="rect">
            <a:avLst/>
          </a:prstGeom>
          <a:solidFill>
            <a:srgbClr val="FFCEE6"/>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162" name="Google Shape;162;p36"/>
          <p:cNvSpPr txBox="1"/>
          <p:nvPr>
            <p:ph type="title"/>
          </p:nvPr>
        </p:nvSpPr>
        <p:spPr>
          <a:xfrm>
            <a:off x="4581175" y="1257800"/>
            <a:ext cx="3189000" cy="1285800"/>
          </a:xfrm>
          <a:prstGeom prst="rect">
            <a:avLst/>
          </a:prstGeom>
        </p:spPr>
        <p:txBody>
          <a:bodyPr anchorCtr="0" anchor="b" bIns="91425" lIns="91425"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63" name="Google Shape;163;p36"/>
          <p:cNvSpPr txBox="1"/>
          <p:nvPr>
            <p:ph idx="1" type="subTitle"/>
          </p:nvPr>
        </p:nvSpPr>
        <p:spPr>
          <a:xfrm>
            <a:off x="4581175" y="2738075"/>
            <a:ext cx="3189000" cy="1235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164" name="Google Shape;164;p36"/>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light 1">
  <p:cSld name="SECTION_TITLE_AND_DESCRIPTION_1_1_3_2">
    <p:bg>
      <p:bgPr>
        <a:solidFill>
          <a:srgbClr val="F0F0F0"/>
        </a:solidFill>
      </p:bgPr>
    </p:bg>
    <p:spTree>
      <p:nvGrpSpPr>
        <p:cNvPr id="165" name="Shape 165"/>
        <p:cNvGrpSpPr/>
        <p:nvPr/>
      </p:nvGrpSpPr>
      <p:grpSpPr>
        <a:xfrm>
          <a:off x="0" y="0"/>
          <a:ext cx="0" cy="0"/>
          <a:chOff x="0" y="0"/>
          <a:chExt cx="0" cy="0"/>
        </a:xfrm>
      </p:grpSpPr>
      <p:pic>
        <p:nvPicPr>
          <p:cNvPr id="166" name="Google Shape;166;p37"/>
          <p:cNvPicPr preferRelativeResize="0"/>
          <p:nvPr/>
        </p:nvPicPr>
        <p:blipFill rotWithShape="1">
          <a:blip r:embed="rId2">
            <a:alphaModFix/>
          </a:blip>
          <a:srcRect b="0" l="100" r="100" t="0"/>
          <a:stretch/>
        </p:blipFill>
        <p:spPr>
          <a:xfrm flipH="1" rot="10800000">
            <a:off x="5922250" y="-126942"/>
            <a:ext cx="3597901" cy="3597900"/>
          </a:xfrm>
          <a:prstGeom prst="rect">
            <a:avLst/>
          </a:prstGeom>
          <a:noFill/>
          <a:ln>
            <a:noFill/>
          </a:ln>
        </p:spPr>
      </p:pic>
      <p:sp>
        <p:nvSpPr>
          <p:cNvPr id="167" name="Google Shape;167;p37"/>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68" name="Google Shape;168;p37"/>
          <p:cNvSpPr/>
          <p:nvPr/>
        </p:nvSpPr>
        <p:spPr>
          <a:xfrm rot="5400000">
            <a:off x="-776100" y="2475450"/>
            <a:ext cx="3310200" cy="189300"/>
          </a:xfrm>
          <a:prstGeom prst="rect">
            <a:avLst/>
          </a:prstGeom>
          <a:solidFill>
            <a:srgbClr val="FFCEE6"/>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169" name="Google Shape;169;p37"/>
          <p:cNvSpPr txBox="1"/>
          <p:nvPr>
            <p:ph type="title"/>
          </p:nvPr>
        </p:nvSpPr>
        <p:spPr>
          <a:xfrm>
            <a:off x="1307592" y="1257800"/>
            <a:ext cx="3189000" cy="1285800"/>
          </a:xfrm>
          <a:prstGeom prst="rect">
            <a:avLst/>
          </a:prstGeom>
        </p:spPr>
        <p:txBody>
          <a:bodyPr anchorCtr="0" anchor="b" bIns="91425" lIns="0"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70" name="Google Shape;170;p37"/>
          <p:cNvSpPr txBox="1"/>
          <p:nvPr>
            <p:ph idx="1" type="subTitle"/>
          </p:nvPr>
        </p:nvSpPr>
        <p:spPr>
          <a:xfrm>
            <a:off x="1307592" y="2738075"/>
            <a:ext cx="3189000" cy="1235100"/>
          </a:xfrm>
          <a:prstGeom prst="rect">
            <a:avLst/>
          </a:prstGeom>
        </p:spPr>
        <p:txBody>
          <a:bodyPr anchorCtr="0" anchor="t" bIns="91425" lIns="0"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171" name="Google Shape;171;p37"/>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light 1">
  <p:cSld name="SECTION_TITLE_AND_DESCRIPTION_1_1_3_1_1">
    <p:bg>
      <p:bgPr>
        <a:solidFill>
          <a:srgbClr val="F0F0F0"/>
        </a:solidFill>
      </p:bgPr>
    </p:bg>
    <p:spTree>
      <p:nvGrpSpPr>
        <p:cNvPr id="172" name="Shape 172"/>
        <p:cNvGrpSpPr/>
        <p:nvPr/>
      </p:nvGrpSpPr>
      <p:grpSpPr>
        <a:xfrm>
          <a:off x="0" y="0"/>
          <a:ext cx="0" cy="0"/>
          <a:chOff x="0" y="0"/>
          <a:chExt cx="0" cy="0"/>
        </a:xfrm>
      </p:grpSpPr>
      <p:pic>
        <p:nvPicPr>
          <p:cNvPr id="173" name="Google Shape;173;p38"/>
          <p:cNvPicPr preferRelativeResize="0"/>
          <p:nvPr/>
        </p:nvPicPr>
        <p:blipFill rotWithShape="1">
          <a:blip r:embed="rId2">
            <a:alphaModFix/>
          </a:blip>
          <a:srcRect b="0" l="100" r="100" t="0"/>
          <a:stretch/>
        </p:blipFill>
        <p:spPr>
          <a:xfrm>
            <a:off x="0" y="-502142"/>
            <a:ext cx="3597901" cy="3597900"/>
          </a:xfrm>
          <a:prstGeom prst="rect">
            <a:avLst/>
          </a:prstGeom>
          <a:noFill/>
          <a:ln>
            <a:noFill/>
          </a:ln>
        </p:spPr>
      </p:pic>
      <p:sp>
        <p:nvSpPr>
          <p:cNvPr id="174" name="Google Shape;174;p38"/>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75" name="Google Shape;175;p38"/>
          <p:cNvSpPr/>
          <p:nvPr/>
        </p:nvSpPr>
        <p:spPr>
          <a:xfrm rot="5400000">
            <a:off x="6609900" y="2475450"/>
            <a:ext cx="3310200" cy="189300"/>
          </a:xfrm>
          <a:prstGeom prst="rect">
            <a:avLst/>
          </a:prstGeom>
          <a:solidFill>
            <a:srgbClr val="FFCEE6"/>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176" name="Google Shape;176;p38"/>
          <p:cNvSpPr txBox="1"/>
          <p:nvPr>
            <p:ph type="title"/>
          </p:nvPr>
        </p:nvSpPr>
        <p:spPr>
          <a:xfrm>
            <a:off x="4571900" y="1257800"/>
            <a:ext cx="3189000" cy="1285800"/>
          </a:xfrm>
          <a:prstGeom prst="rect">
            <a:avLst/>
          </a:prstGeom>
        </p:spPr>
        <p:txBody>
          <a:bodyPr anchorCtr="0" anchor="b" bIns="91425" lIns="91425"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77" name="Google Shape;177;p38"/>
          <p:cNvSpPr txBox="1"/>
          <p:nvPr>
            <p:ph idx="1" type="subTitle"/>
          </p:nvPr>
        </p:nvSpPr>
        <p:spPr>
          <a:xfrm>
            <a:off x="4571900" y="2738075"/>
            <a:ext cx="3189000" cy="1235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178" name="Google Shape;178;p38"/>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dark 1 1">
  <p:cSld name="SECTION_TITLE_AND_DESCRIPTION_1_1_5_1">
    <p:bg>
      <p:bgPr>
        <a:solidFill>
          <a:srgbClr val="292929"/>
        </a:solidFill>
      </p:bgPr>
    </p:bg>
    <p:spTree>
      <p:nvGrpSpPr>
        <p:cNvPr id="179" name="Shape 179"/>
        <p:cNvGrpSpPr/>
        <p:nvPr/>
      </p:nvGrpSpPr>
      <p:grpSpPr>
        <a:xfrm>
          <a:off x="0" y="0"/>
          <a:ext cx="0" cy="0"/>
          <a:chOff x="0" y="0"/>
          <a:chExt cx="0" cy="0"/>
        </a:xfrm>
      </p:grpSpPr>
      <p:pic>
        <p:nvPicPr>
          <p:cNvPr id="180" name="Google Shape;180;p39"/>
          <p:cNvPicPr preferRelativeResize="0"/>
          <p:nvPr/>
        </p:nvPicPr>
        <p:blipFill rotWithShape="1">
          <a:blip r:embed="rId2">
            <a:alphaModFix/>
          </a:blip>
          <a:srcRect b="1277" l="0" r="0" t="1267"/>
          <a:stretch/>
        </p:blipFill>
        <p:spPr>
          <a:xfrm flipH="1" rot="10800000">
            <a:off x="5922250" y="-126942"/>
            <a:ext cx="3597901" cy="3597900"/>
          </a:xfrm>
          <a:prstGeom prst="rect">
            <a:avLst/>
          </a:prstGeom>
          <a:noFill/>
          <a:ln>
            <a:noFill/>
          </a:ln>
        </p:spPr>
      </p:pic>
      <p:sp>
        <p:nvSpPr>
          <p:cNvPr id="181" name="Google Shape;181;p39"/>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82" name="Google Shape;182;p39"/>
          <p:cNvSpPr/>
          <p:nvPr/>
        </p:nvSpPr>
        <p:spPr>
          <a:xfrm rot="5400000">
            <a:off x="-776100" y="2475450"/>
            <a:ext cx="3310200" cy="189300"/>
          </a:xfrm>
          <a:prstGeom prst="rect">
            <a:avLst/>
          </a:prstGeom>
          <a:solidFill>
            <a:srgbClr val="A8E8F3"/>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183" name="Google Shape;183;p39"/>
          <p:cNvSpPr txBox="1"/>
          <p:nvPr>
            <p:ph type="title"/>
          </p:nvPr>
        </p:nvSpPr>
        <p:spPr>
          <a:xfrm>
            <a:off x="1307592" y="1257800"/>
            <a:ext cx="3189000" cy="1285800"/>
          </a:xfrm>
          <a:prstGeom prst="rect">
            <a:avLst/>
          </a:prstGeom>
        </p:spPr>
        <p:txBody>
          <a:bodyPr anchorCtr="0" anchor="b" bIns="91425" lIns="0"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84" name="Google Shape;184;p39"/>
          <p:cNvSpPr txBox="1"/>
          <p:nvPr>
            <p:ph idx="1" type="subTitle"/>
          </p:nvPr>
        </p:nvSpPr>
        <p:spPr>
          <a:xfrm>
            <a:off x="1307592" y="2738075"/>
            <a:ext cx="3189000" cy="1235100"/>
          </a:xfrm>
          <a:prstGeom prst="rect">
            <a:avLst/>
          </a:prstGeom>
        </p:spPr>
        <p:txBody>
          <a:bodyPr anchorCtr="0" anchor="t" bIns="91425" lIns="0"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185" name="Google Shape;185;p39"/>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dark 1 1">
  <p:cSld name="SECTION_TITLE_AND_DESCRIPTION_1_1_4_1_1">
    <p:bg>
      <p:bgPr>
        <a:solidFill>
          <a:srgbClr val="292929"/>
        </a:solidFill>
      </p:bgPr>
    </p:bg>
    <p:spTree>
      <p:nvGrpSpPr>
        <p:cNvPr id="186" name="Shape 186"/>
        <p:cNvGrpSpPr/>
        <p:nvPr/>
      </p:nvGrpSpPr>
      <p:grpSpPr>
        <a:xfrm>
          <a:off x="0" y="0"/>
          <a:ext cx="0" cy="0"/>
          <a:chOff x="0" y="0"/>
          <a:chExt cx="0" cy="0"/>
        </a:xfrm>
      </p:grpSpPr>
      <p:pic>
        <p:nvPicPr>
          <p:cNvPr id="187" name="Google Shape;187;p40"/>
          <p:cNvPicPr preferRelativeResize="0"/>
          <p:nvPr/>
        </p:nvPicPr>
        <p:blipFill>
          <a:blip r:embed="rId2">
            <a:alphaModFix/>
          </a:blip>
          <a:stretch>
            <a:fillRect/>
          </a:stretch>
        </p:blipFill>
        <p:spPr>
          <a:xfrm flipH="1">
            <a:off x="-64983" y="-701410"/>
            <a:ext cx="3597901" cy="3691634"/>
          </a:xfrm>
          <a:prstGeom prst="rect">
            <a:avLst/>
          </a:prstGeom>
          <a:noFill/>
          <a:ln>
            <a:noFill/>
          </a:ln>
        </p:spPr>
      </p:pic>
      <p:sp>
        <p:nvSpPr>
          <p:cNvPr id="188" name="Google Shape;188;p40"/>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89" name="Google Shape;189;p40"/>
          <p:cNvSpPr/>
          <p:nvPr/>
        </p:nvSpPr>
        <p:spPr>
          <a:xfrm rot="5400000">
            <a:off x="6609900" y="2475450"/>
            <a:ext cx="3310200" cy="189300"/>
          </a:xfrm>
          <a:prstGeom prst="rect">
            <a:avLst/>
          </a:prstGeom>
          <a:solidFill>
            <a:srgbClr val="A8E8F3"/>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190" name="Google Shape;190;p40"/>
          <p:cNvSpPr txBox="1"/>
          <p:nvPr>
            <p:ph type="title"/>
          </p:nvPr>
        </p:nvSpPr>
        <p:spPr>
          <a:xfrm>
            <a:off x="4581175" y="1257800"/>
            <a:ext cx="3189000" cy="1285800"/>
          </a:xfrm>
          <a:prstGeom prst="rect">
            <a:avLst/>
          </a:prstGeom>
        </p:spPr>
        <p:txBody>
          <a:bodyPr anchorCtr="0" anchor="b" bIns="91425" lIns="91425"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91" name="Google Shape;191;p40"/>
          <p:cNvSpPr txBox="1"/>
          <p:nvPr>
            <p:ph idx="1" type="subTitle"/>
          </p:nvPr>
        </p:nvSpPr>
        <p:spPr>
          <a:xfrm>
            <a:off x="4581175" y="2738075"/>
            <a:ext cx="3189000" cy="1235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192" name="Google Shape;192;p40"/>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light 1 1">
  <p:cSld name="SECTION_TITLE_AND_DESCRIPTION_1_1_3_2_1">
    <p:bg>
      <p:bgPr>
        <a:solidFill>
          <a:srgbClr val="F0F0F0"/>
        </a:solidFill>
      </p:bgPr>
    </p:bg>
    <p:spTree>
      <p:nvGrpSpPr>
        <p:cNvPr id="193" name="Shape 193"/>
        <p:cNvGrpSpPr/>
        <p:nvPr/>
      </p:nvGrpSpPr>
      <p:grpSpPr>
        <a:xfrm>
          <a:off x="0" y="0"/>
          <a:ext cx="0" cy="0"/>
          <a:chOff x="0" y="0"/>
          <a:chExt cx="0" cy="0"/>
        </a:xfrm>
      </p:grpSpPr>
      <p:pic>
        <p:nvPicPr>
          <p:cNvPr id="194" name="Google Shape;194;p41"/>
          <p:cNvPicPr preferRelativeResize="0"/>
          <p:nvPr/>
        </p:nvPicPr>
        <p:blipFill rotWithShape="1">
          <a:blip r:embed="rId2">
            <a:alphaModFix/>
          </a:blip>
          <a:srcRect b="1277" l="0" r="0" t="1267"/>
          <a:stretch/>
        </p:blipFill>
        <p:spPr>
          <a:xfrm flipH="1" rot="10800000">
            <a:off x="5922250" y="-126942"/>
            <a:ext cx="3597901" cy="3597900"/>
          </a:xfrm>
          <a:prstGeom prst="rect">
            <a:avLst/>
          </a:prstGeom>
          <a:noFill/>
          <a:ln>
            <a:noFill/>
          </a:ln>
        </p:spPr>
      </p:pic>
      <p:sp>
        <p:nvSpPr>
          <p:cNvPr id="195" name="Google Shape;195;p41"/>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96" name="Google Shape;196;p41"/>
          <p:cNvSpPr/>
          <p:nvPr/>
        </p:nvSpPr>
        <p:spPr>
          <a:xfrm rot="5400000">
            <a:off x="-776100" y="2475450"/>
            <a:ext cx="3310200" cy="189300"/>
          </a:xfrm>
          <a:prstGeom prst="rect">
            <a:avLst/>
          </a:prstGeom>
          <a:solidFill>
            <a:srgbClr val="A8E8F3"/>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197" name="Google Shape;197;p41"/>
          <p:cNvSpPr txBox="1"/>
          <p:nvPr>
            <p:ph type="title"/>
          </p:nvPr>
        </p:nvSpPr>
        <p:spPr>
          <a:xfrm>
            <a:off x="1307592" y="1257800"/>
            <a:ext cx="3189000" cy="1285800"/>
          </a:xfrm>
          <a:prstGeom prst="rect">
            <a:avLst/>
          </a:prstGeom>
        </p:spPr>
        <p:txBody>
          <a:bodyPr anchorCtr="0" anchor="b" bIns="91425" lIns="0"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98" name="Google Shape;198;p41"/>
          <p:cNvSpPr txBox="1"/>
          <p:nvPr>
            <p:ph idx="1" type="subTitle"/>
          </p:nvPr>
        </p:nvSpPr>
        <p:spPr>
          <a:xfrm>
            <a:off x="1307592" y="2738075"/>
            <a:ext cx="3189000" cy="1235100"/>
          </a:xfrm>
          <a:prstGeom prst="rect">
            <a:avLst/>
          </a:prstGeom>
        </p:spPr>
        <p:txBody>
          <a:bodyPr anchorCtr="0" anchor="t" bIns="91425" lIns="0"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199" name="Google Shape;199;p41"/>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light 1 1">
  <p:cSld name="SECTION_TITLE_AND_DESCRIPTION_1_1_3_1_1_1">
    <p:bg>
      <p:bgPr>
        <a:solidFill>
          <a:srgbClr val="F0F0F0"/>
        </a:solidFill>
      </p:bgPr>
    </p:bg>
    <p:spTree>
      <p:nvGrpSpPr>
        <p:cNvPr id="200" name="Shape 200"/>
        <p:cNvGrpSpPr/>
        <p:nvPr/>
      </p:nvGrpSpPr>
      <p:grpSpPr>
        <a:xfrm>
          <a:off x="0" y="0"/>
          <a:ext cx="0" cy="0"/>
          <a:chOff x="0" y="0"/>
          <a:chExt cx="0" cy="0"/>
        </a:xfrm>
      </p:grpSpPr>
      <p:pic>
        <p:nvPicPr>
          <p:cNvPr id="201" name="Google Shape;201;p42"/>
          <p:cNvPicPr preferRelativeResize="0"/>
          <p:nvPr/>
        </p:nvPicPr>
        <p:blipFill>
          <a:blip r:embed="rId2">
            <a:alphaModFix/>
          </a:blip>
          <a:stretch>
            <a:fillRect/>
          </a:stretch>
        </p:blipFill>
        <p:spPr>
          <a:xfrm flipH="1">
            <a:off x="-64983" y="-701410"/>
            <a:ext cx="3597901" cy="3691634"/>
          </a:xfrm>
          <a:prstGeom prst="rect">
            <a:avLst/>
          </a:prstGeom>
          <a:noFill/>
          <a:ln>
            <a:noFill/>
          </a:ln>
        </p:spPr>
      </p:pic>
      <p:sp>
        <p:nvSpPr>
          <p:cNvPr id="202" name="Google Shape;202;p42"/>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03" name="Google Shape;203;p42"/>
          <p:cNvSpPr/>
          <p:nvPr/>
        </p:nvSpPr>
        <p:spPr>
          <a:xfrm rot="5400000">
            <a:off x="6609900" y="2475450"/>
            <a:ext cx="3310200" cy="189300"/>
          </a:xfrm>
          <a:prstGeom prst="rect">
            <a:avLst/>
          </a:prstGeom>
          <a:solidFill>
            <a:srgbClr val="A8E8F3"/>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204" name="Google Shape;204;p42"/>
          <p:cNvSpPr txBox="1"/>
          <p:nvPr>
            <p:ph type="title"/>
          </p:nvPr>
        </p:nvSpPr>
        <p:spPr>
          <a:xfrm>
            <a:off x="4571900" y="1257800"/>
            <a:ext cx="3189000" cy="1285800"/>
          </a:xfrm>
          <a:prstGeom prst="rect">
            <a:avLst/>
          </a:prstGeom>
        </p:spPr>
        <p:txBody>
          <a:bodyPr anchorCtr="0" anchor="b" bIns="91425" lIns="91425"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05" name="Google Shape;205;p42"/>
          <p:cNvSpPr txBox="1"/>
          <p:nvPr>
            <p:ph idx="1" type="subTitle"/>
          </p:nvPr>
        </p:nvSpPr>
        <p:spPr>
          <a:xfrm>
            <a:off x="4571900" y="2738075"/>
            <a:ext cx="3189000" cy="1235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06" name="Google Shape;206;p42"/>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dark 1 1 1">
  <p:cSld name="SECTION_TITLE_AND_DESCRIPTION_1_1_5_1_1">
    <p:bg>
      <p:bgPr>
        <a:solidFill>
          <a:srgbClr val="292929"/>
        </a:solidFill>
      </p:bgPr>
    </p:bg>
    <p:spTree>
      <p:nvGrpSpPr>
        <p:cNvPr id="207" name="Shape 207"/>
        <p:cNvGrpSpPr/>
        <p:nvPr/>
      </p:nvGrpSpPr>
      <p:grpSpPr>
        <a:xfrm>
          <a:off x="0" y="0"/>
          <a:ext cx="0" cy="0"/>
          <a:chOff x="0" y="0"/>
          <a:chExt cx="0" cy="0"/>
        </a:xfrm>
      </p:grpSpPr>
      <p:pic>
        <p:nvPicPr>
          <p:cNvPr id="208" name="Google Shape;208;p43"/>
          <p:cNvPicPr preferRelativeResize="0"/>
          <p:nvPr/>
        </p:nvPicPr>
        <p:blipFill>
          <a:blip r:embed="rId2">
            <a:alphaModFix/>
          </a:blip>
          <a:stretch>
            <a:fillRect/>
          </a:stretch>
        </p:blipFill>
        <p:spPr>
          <a:xfrm flipH="1" rot="10800000">
            <a:off x="5101482" y="-179092"/>
            <a:ext cx="4875869" cy="3685032"/>
          </a:xfrm>
          <a:prstGeom prst="rect">
            <a:avLst/>
          </a:prstGeom>
          <a:noFill/>
          <a:ln>
            <a:noFill/>
          </a:ln>
        </p:spPr>
      </p:pic>
      <p:sp>
        <p:nvSpPr>
          <p:cNvPr id="209" name="Google Shape;209;p43"/>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10" name="Google Shape;210;p43"/>
          <p:cNvSpPr/>
          <p:nvPr/>
        </p:nvSpPr>
        <p:spPr>
          <a:xfrm rot="5400000">
            <a:off x="-776100" y="2475450"/>
            <a:ext cx="3310200" cy="189300"/>
          </a:xfrm>
          <a:prstGeom prst="rect">
            <a:avLst/>
          </a:prstGeom>
          <a:solidFill>
            <a:srgbClr val="F0FF45"/>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211" name="Google Shape;211;p43"/>
          <p:cNvSpPr txBox="1"/>
          <p:nvPr>
            <p:ph type="title"/>
          </p:nvPr>
        </p:nvSpPr>
        <p:spPr>
          <a:xfrm>
            <a:off x="1307592" y="1257800"/>
            <a:ext cx="3189000" cy="1285800"/>
          </a:xfrm>
          <a:prstGeom prst="rect">
            <a:avLst/>
          </a:prstGeom>
        </p:spPr>
        <p:txBody>
          <a:bodyPr anchorCtr="0" anchor="b" bIns="91425" lIns="0"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12" name="Google Shape;212;p43"/>
          <p:cNvSpPr txBox="1"/>
          <p:nvPr>
            <p:ph idx="1" type="subTitle"/>
          </p:nvPr>
        </p:nvSpPr>
        <p:spPr>
          <a:xfrm>
            <a:off x="1307592" y="2738075"/>
            <a:ext cx="3189000" cy="1235100"/>
          </a:xfrm>
          <a:prstGeom prst="rect">
            <a:avLst/>
          </a:prstGeom>
        </p:spPr>
        <p:txBody>
          <a:bodyPr anchorCtr="0" anchor="t" bIns="91425" lIns="0"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13" name="Google Shape;213;p43"/>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dark 1 1 1">
  <p:cSld name="SECTION_TITLE_AND_DESCRIPTION_1_1_4_1_1_1">
    <p:bg>
      <p:bgPr>
        <a:solidFill>
          <a:srgbClr val="292929"/>
        </a:solidFill>
      </p:bgPr>
    </p:bg>
    <p:spTree>
      <p:nvGrpSpPr>
        <p:cNvPr id="214" name="Shape 214"/>
        <p:cNvGrpSpPr/>
        <p:nvPr/>
      </p:nvGrpSpPr>
      <p:grpSpPr>
        <a:xfrm>
          <a:off x="0" y="0"/>
          <a:ext cx="0" cy="0"/>
          <a:chOff x="0" y="0"/>
          <a:chExt cx="0" cy="0"/>
        </a:xfrm>
      </p:grpSpPr>
      <p:pic>
        <p:nvPicPr>
          <p:cNvPr id="215" name="Google Shape;215;p44"/>
          <p:cNvPicPr preferRelativeResize="0"/>
          <p:nvPr/>
        </p:nvPicPr>
        <p:blipFill>
          <a:blip r:embed="rId2">
            <a:alphaModFix/>
          </a:blip>
          <a:stretch>
            <a:fillRect/>
          </a:stretch>
        </p:blipFill>
        <p:spPr>
          <a:xfrm flipH="1" rot="10800000">
            <a:off x="-762000" y="-179092"/>
            <a:ext cx="4875869" cy="3685032"/>
          </a:xfrm>
          <a:prstGeom prst="rect">
            <a:avLst/>
          </a:prstGeom>
          <a:noFill/>
          <a:ln>
            <a:noFill/>
          </a:ln>
        </p:spPr>
      </p:pic>
      <p:sp>
        <p:nvSpPr>
          <p:cNvPr id="216" name="Google Shape;216;p44"/>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17" name="Google Shape;217;p44"/>
          <p:cNvSpPr/>
          <p:nvPr/>
        </p:nvSpPr>
        <p:spPr>
          <a:xfrm rot="5400000">
            <a:off x="6609900" y="2475450"/>
            <a:ext cx="3310200" cy="189300"/>
          </a:xfrm>
          <a:prstGeom prst="rect">
            <a:avLst/>
          </a:prstGeom>
          <a:solidFill>
            <a:srgbClr val="F0FF45"/>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218" name="Google Shape;218;p44"/>
          <p:cNvSpPr txBox="1"/>
          <p:nvPr>
            <p:ph type="title"/>
          </p:nvPr>
        </p:nvSpPr>
        <p:spPr>
          <a:xfrm>
            <a:off x="4581175" y="1257800"/>
            <a:ext cx="3189000" cy="1285800"/>
          </a:xfrm>
          <a:prstGeom prst="rect">
            <a:avLst/>
          </a:prstGeom>
        </p:spPr>
        <p:txBody>
          <a:bodyPr anchorCtr="0" anchor="b" bIns="91425" lIns="91425"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19" name="Google Shape;219;p44"/>
          <p:cNvSpPr txBox="1"/>
          <p:nvPr>
            <p:ph idx="1" type="subTitle"/>
          </p:nvPr>
        </p:nvSpPr>
        <p:spPr>
          <a:xfrm>
            <a:off x="4581175" y="2738075"/>
            <a:ext cx="3189000" cy="1235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20" name="Google Shape;220;p44"/>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light 1 1 1">
  <p:cSld name="SECTION_TITLE_AND_DESCRIPTION_1_1_3_2_1_1">
    <p:bg>
      <p:bgPr>
        <a:solidFill>
          <a:srgbClr val="F0F0F0"/>
        </a:solidFill>
      </p:bgPr>
    </p:bg>
    <p:spTree>
      <p:nvGrpSpPr>
        <p:cNvPr id="221" name="Shape 221"/>
        <p:cNvGrpSpPr/>
        <p:nvPr/>
      </p:nvGrpSpPr>
      <p:grpSpPr>
        <a:xfrm>
          <a:off x="0" y="0"/>
          <a:ext cx="0" cy="0"/>
          <a:chOff x="0" y="0"/>
          <a:chExt cx="0" cy="0"/>
        </a:xfrm>
      </p:grpSpPr>
      <p:pic>
        <p:nvPicPr>
          <p:cNvPr id="222" name="Google Shape;222;p45"/>
          <p:cNvPicPr preferRelativeResize="0"/>
          <p:nvPr/>
        </p:nvPicPr>
        <p:blipFill>
          <a:blip r:embed="rId2">
            <a:alphaModFix/>
          </a:blip>
          <a:stretch>
            <a:fillRect/>
          </a:stretch>
        </p:blipFill>
        <p:spPr>
          <a:xfrm flipH="1" rot="10800000">
            <a:off x="5101482" y="-179092"/>
            <a:ext cx="4875869" cy="3685032"/>
          </a:xfrm>
          <a:prstGeom prst="rect">
            <a:avLst/>
          </a:prstGeom>
          <a:noFill/>
          <a:ln>
            <a:noFill/>
          </a:ln>
        </p:spPr>
      </p:pic>
      <p:sp>
        <p:nvSpPr>
          <p:cNvPr id="223" name="Google Shape;223;p45"/>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24" name="Google Shape;224;p45"/>
          <p:cNvSpPr/>
          <p:nvPr/>
        </p:nvSpPr>
        <p:spPr>
          <a:xfrm rot="5400000">
            <a:off x="-776100" y="2475450"/>
            <a:ext cx="3310200" cy="189300"/>
          </a:xfrm>
          <a:prstGeom prst="rect">
            <a:avLst/>
          </a:prstGeom>
          <a:solidFill>
            <a:srgbClr val="F0FF45"/>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225" name="Google Shape;225;p45"/>
          <p:cNvSpPr txBox="1"/>
          <p:nvPr>
            <p:ph type="title"/>
          </p:nvPr>
        </p:nvSpPr>
        <p:spPr>
          <a:xfrm>
            <a:off x="1307592" y="1257800"/>
            <a:ext cx="3189000" cy="1285800"/>
          </a:xfrm>
          <a:prstGeom prst="rect">
            <a:avLst/>
          </a:prstGeom>
        </p:spPr>
        <p:txBody>
          <a:bodyPr anchorCtr="0" anchor="b" bIns="91425" lIns="0"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26" name="Google Shape;226;p45"/>
          <p:cNvSpPr txBox="1"/>
          <p:nvPr>
            <p:ph idx="1" type="subTitle"/>
          </p:nvPr>
        </p:nvSpPr>
        <p:spPr>
          <a:xfrm>
            <a:off x="1307592" y="2738075"/>
            <a:ext cx="3189000" cy="1235100"/>
          </a:xfrm>
          <a:prstGeom prst="rect">
            <a:avLst/>
          </a:prstGeom>
        </p:spPr>
        <p:txBody>
          <a:bodyPr anchorCtr="0" anchor="t" bIns="91425" lIns="0"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27" name="Google Shape;227;p45"/>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light 1 1 1">
  <p:cSld name="SECTION_TITLE_AND_DESCRIPTION_1_1_3_1_1_1_1">
    <p:bg>
      <p:bgPr>
        <a:solidFill>
          <a:srgbClr val="F0F0F0"/>
        </a:solidFill>
      </p:bgPr>
    </p:bg>
    <p:spTree>
      <p:nvGrpSpPr>
        <p:cNvPr id="228" name="Shape 228"/>
        <p:cNvGrpSpPr/>
        <p:nvPr/>
      </p:nvGrpSpPr>
      <p:grpSpPr>
        <a:xfrm>
          <a:off x="0" y="0"/>
          <a:ext cx="0" cy="0"/>
          <a:chOff x="0" y="0"/>
          <a:chExt cx="0" cy="0"/>
        </a:xfrm>
      </p:grpSpPr>
      <p:pic>
        <p:nvPicPr>
          <p:cNvPr id="229" name="Google Shape;229;p46"/>
          <p:cNvPicPr preferRelativeResize="0"/>
          <p:nvPr/>
        </p:nvPicPr>
        <p:blipFill>
          <a:blip r:embed="rId2">
            <a:alphaModFix/>
          </a:blip>
          <a:stretch>
            <a:fillRect/>
          </a:stretch>
        </p:blipFill>
        <p:spPr>
          <a:xfrm flipH="1" rot="10800000">
            <a:off x="-762000" y="-179092"/>
            <a:ext cx="4875869" cy="3685032"/>
          </a:xfrm>
          <a:prstGeom prst="rect">
            <a:avLst/>
          </a:prstGeom>
          <a:noFill/>
          <a:ln>
            <a:noFill/>
          </a:ln>
        </p:spPr>
      </p:pic>
      <p:sp>
        <p:nvSpPr>
          <p:cNvPr id="230" name="Google Shape;230;p46"/>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31" name="Google Shape;231;p46"/>
          <p:cNvSpPr/>
          <p:nvPr/>
        </p:nvSpPr>
        <p:spPr>
          <a:xfrm rot="5400000">
            <a:off x="6609900" y="2475450"/>
            <a:ext cx="3310200" cy="189300"/>
          </a:xfrm>
          <a:prstGeom prst="rect">
            <a:avLst/>
          </a:prstGeom>
          <a:solidFill>
            <a:srgbClr val="F0FF45"/>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232" name="Google Shape;232;p46"/>
          <p:cNvSpPr txBox="1"/>
          <p:nvPr>
            <p:ph type="title"/>
          </p:nvPr>
        </p:nvSpPr>
        <p:spPr>
          <a:xfrm>
            <a:off x="4571900" y="1257800"/>
            <a:ext cx="3189000" cy="1285800"/>
          </a:xfrm>
          <a:prstGeom prst="rect">
            <a:avLst/>
          </a:prstGeom>
        </p:spPr>
        <p:txBody>
          <a:bodyPr anchorCtr="0" anchor="b" bIns="91425" lIns="91425"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33" name="Google Shape;233;p46"/>
          <p:cNvSpPr txBox="1"/>
          <p:nvPr>
            <p:ph idx="1" type="subTitle"/>
          </p:nvPr>
        </p:nvSpPr>
        <p:spPr>
          <a:xfrm>
            <a:off x="4571900" y="2738075"/>
            <a:ext cx="3189000" cy="1235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34" name="Google Shape;234;p46"/>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dark 1 1 1 1">
  <p:cSld name="SECTION_TITLE_AND_DESCRIPTION_1_1_5_1_1_1">
    <p:bg>
      <p:bgPr>
        <a:solidFill>
          <a:srgbClr val="292929"/>
        </a:solidFill>
      </p:bgPr>
    </p:bg>
    <p:spTree>
      <p:nvGrpSpPr>
        <p:cNvPr id="235" name="Shape 235"/>
        <p:cNvGrpSpPr/>
        <p:nvPr/>
      </p:nvGrpSpPr>
      <p:grpSpPr>
        <a:xfrm>
          <a:off x="0" y="0"/>
          <a:ext cx="0" cy="0"/>
          <a:chOff x="0" y="0"/>
          <a:chExt cx="0" cy="0"/>
        </a:xfrm>
      </p:grpSpPr>
      <p:pic>
        <p:nvPicPr>
          <p:cNvPr id="236" name="Google Shape;236;p47"/>
          <p:cNvPicPr preferRelativeResize="0"/>
          <p:nvPr/>
        </p:nvPicPr>
        <p:blipFill rotWithShape="1">
          <a:blip r:embed="rId2">
            <a:alphaModFix/>
          </a:blip>
          <a:srcRect b="0" l="189" r="199" t="0"/>
          <a:stretch/>
        </p:blipFill>
        <p:spPr>
          <a:xfrm rot="5400000">
            <a:off x="5605150" y="-197342"/>
            <a:ext cx="3597901" cy="3597900"/>
          </a:xfrm>
          <a:prstGeom prst="rect">
            <a:avLst/>
          </a:prstGeom>
          <a:noFill/>
          <a:ln>
            <a:noFill/>
          </a:ln>
        </p:spPr>
      </p:pic>
      <p:sp>
        <p:nvSpPr>
          <p:cNvPr id="237" name="Google Shape;237;p47"/>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38" name="Google Shape;238;p47"/>
          <p:cNvSpPr/>
          <p:nvPr/>
        </p:nvSpPr>
        <p:spPr>
          <a:xfrm rot="5400000">
            <a:off x="-776100" y="2475450"/>
            <a:ext cx="3310200" cy="189300"/>
          </a:xfrm>
          <a:prstGeom prst="rect">
            <a:avLst/>
          </a:prstGeom>
          <a:solidFill>
            <a:srgbClr val="FF9A74"/>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239" name="Google Shape;239;p47"/>
          <p:cNvSpPr txBox="1"/>
          <p:nvPr>
            <p:ph type="title"/>
          </p:nvPr>
        </p:nvSpPr>
        <p:spPr>
          <a:xfrm>
            <a:off x="1307592" y="1257800"/>
            <a:ext cx="3189000" cy="1285800"/>
          </a:xfrm>
          <a:prstGeom prst="rect">
            <a:avLst/>
          </a:prstGeom>
        </p:spPr>
        <p:txBody>
          <a:bodyPr anchorCtr="0" anchor="b" bIns="91425" lIns="0"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40" name="Google Shape;240;p47"/>
          <p:cNvSpPr txBox="1"/>
          <p:nvPr>
            <p:ph idx="1" type="subTitle"/>
          </p:nvPr>
        </p:nvSpPr>
        <p:spPr>
          <a:xfrm>
            <a:off x="1307592" y="2738075"/>
            <a:ext cx="3189000" cy="1235100"/>
          </a:xfrm>
          <a:prstGeom prst="rect">
            <a:avLst/>
          </a:prstGeom>
        </p:spPr>
        <p:txBody>
          <a:bodyPr anchorCtr="0" anchor="t" bIns="91425" lIns="0"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41" name="Google Shape;241;p47"/>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dark 1 1 1 1">
  <p:cSld name="SECTION_TITLE_AND_DESCRIPTION_1_1_4_1_1_1_1">
    <p:bg>
      <p:bgPr>
        <a:solidFill>
          <a:srgbClr val="292929"/>
        </a:solidFill>
      </p:bgPr>
    </p:bg>
    <p:spTree>
      <p:nvGrpSpPr>
        <p:cNvPr id="242" name="Shape 242"/>
        <p:cNvGrpSpPr/>
        <p:nvPr/>
      </p:nvGrpSpPr>
      <p:grpSpPr>
        <a:xfrm>
          <a:off x="0" y="0"/>
          <a:ext cx="0" cy="0"/>
          <a:chOff x="0" y="0"/>
          <a:chExt cx="0" cy="0"/>
        </a:xfrm>
      </p:grpSpPr>
      <p:pic>
        <p:nvPicPr>
          <p:cNvPr id="243" name="Google Shape;243;p48"/>
          <p:cNvPicPr preferRelativeResize="0"/>
          <p:nvPr/>
        </p:nvPicPr>
        <p:blipFill rotWithShape="1">
          <a:blip r:embed="rId2">
            <a:alphaModFix/>
          </a:blip>
          <a:srcRect b="0" l="189" r="199" t="0"/>
          <a:stretch/>
        </p:blipFill>
        <p:spPr>
          <a:xfrm rot="5400000">
            <a:off x="-76200" y="-197342"/>
            <a:ext cx="3597901" cy="3597900"/>
          </a:xfrm>
          <a:prstGeom prst="rect">
            <a:avLst/>
          </a:prstGeom>
          <a:noFill/>
          <a:ln>
            <a:noFill/>
          </a:ln>
        </p:spPr>
      </p:pic>
      <p:sp>
        <p:nvSpPr>
          <p:cNvPr id="244" name="Google Shape;244;p48"/>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45" name="Google Shape;245;p48"/>
          <p:cNvSpPr/>
          <p:nvPr/>
        </p:nvSpPr>
        <p:spPr>
          <a:xfrm rot="5400000">
            <a:off x="6609900" y="2475450"/>
            <a:ext cx="3310200" cy="189300"/>
          </a:xfrm>
          <a:prstGeom prst="rect">
            <a:avLst/>
          </a:prstGeom>
          <a:solidFill>
            <a:srgbClr val="FF9A74"/>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246" name="Google Shape;246;p48"/>
          <p:cNvSpPr txBox="1"/>
          <p:nvPr>
            <p:ph type="title"/>
          </p:nvPr>
        </p:nvSpPr>
        <p:spPr>
          <a:xfrm>
            <a:off x="4581175" y="1257800"/>
            <a:ext cx="3189000" cy="1285800"/>
          </a:xfrm>
          <a:prstGeom prst="rect">
            <a:avLst/>
          </a:prstGeom>
        </p:spPr>
        <p:txBody>
          <a:bodyPr anchorCtr="0" anchor="b" bIns="91425" lIns="91425"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47" name="Google Shape;247;p48"/>
          <p:cNvSpPr txBox="1"/>
          <p:nvPr>
            <p:ph idx="1" type="subTitle"/>
          </p:nvPr>
        </p:nvSpPr>
        <p:spPr>
          <a:xfrm>
            <a:off x="4581175" y="2738075"/>
            <a:ext cx="3189000" cy="1235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48" name="Google Shape;248;p48"/>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light 1 1 1 1">
  <p:cSld name="SECTION_TITLE_AND_DESCRIPTION_1_1_3_2_1_1_1">
    <p:bg>
      <p:bgPr>
        <a:solidFill>
          <a:srgbClr val="F0F0F0"/>
        </a:solidFill>
      </p:bgPr>
    </p:bg>
    <p:spTree>
      <p:nvGrpSpPr>
        <p:cNvPr id="249" name="Shape 249"/>
        <p:cNvGrpSpPr/>
        <p:nvPr/>
      </p:nvGrpSpPr>
      <p:grpSpPr>
        <a:xfrm>
          <a:off x="0" y="0"/>
          <a:ext cx="0" cy="0"/>
          <a:chOff x="0" y="0"/>
          <a:chExt cx="0" cy="0"/>
        </a:xfrm>
      </p:grpSpPr>
      <p:pic>
        <p:nvPicPr>
          <p:cNvPr id="250" name="Google Shape;250;p49"/>
          <p:cNvPicPr preferRelativeResize="0"/>
          <p:nvPr/>
        </p:nvPicPr>
        <p:blipFill rotWithShape="1">
          <a:blip r:embed="rId2">
            <a:alphaModFix/>
          </a:blip>
          <a:srcRect b="0" l="189" r="199" t="0"/>
          <a:stretch/>
        </p:blipFill>
        <p:spPr>
          <a:xfrm rot="5400000">
            <a:off x="5605150" y="-197342"/>
            <a:ext cx="3597901" cy="3597900"/>
          </a:xfrm>
          <a:prstGeom prst="rect">
            <a:avLst/>
          </a:prstGeom>
          <a:noFill/>
          <a:ln>
            <a:noFill/>
          </a:ln>
        </p:spPr>
      </p:pic>
      <p:sp>
        <p:nvSpPr>
          <p:cNvPr id="251" name="Google Shape;251;p49"/>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52" name="Google Shape;252;p49"/>
          <p:cNvSpPr/>
          <p:nvPr/>
        </p:nvSpPr>
        <p:spPr>
          <a:xfrm rot="5400000">
            <a:off x="-776100" y="2475450"/>
            <a:ext cx="3310200" cy="189300"/>
          </a:xfrm>
          <a:prstGeom prst="rect">
            <a:avLst/>
          </a:prstGeom>
          <a:solidFill>
            <a:srgbClr val="FF9A74"/>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253" name="Google Shape;253;p49"/>
          <p:cNvSpPr txBox="1"/>
          <p:nvPr>
            <p:ph type="title"/>
          </p:nvPr>
        </p:nvSpPr>
        <p:spPr>
          <a:xfrm>
            <a:off x="1307592" y="1257800"/>
            <a:ext cx="3189000" cy="1285800"/>
          </a:xfrm>
          <a:prstGeom prst="rect">
            <a:avLst/>
          </a:prstGeom>
        </p:spPr>
        <p:txBody>
          <a:bodyPr anchorCtr="0" anchor="b" bIns="91425" lIns="0"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54" name="Google Shape;254;p49"/>
          <p:cNvSpPr txBox="1"/>
          <p:nvPr>
            <p:ph idx="1" type="subTitle"/>
          </p:nvPr>
        </p:nvSpPr>
        <p:spPr>
          <a:xfrm>
            <a:off x="1307592" y="2738075"/>
            <a:ext cx="3189000" cy="1235100"/>
          </a:xfrm>
          <a:prstGeom prst="rect">
            <a:avLst/>
          </a:prstGeom>
        </p:spPr>
        <p:txBody>
          <a:bodyPr anchorCtr="0" anchor="t" bIns="91425" lIns="0"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55" name="Google Shape;255;p49"/>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light 1 1 1 1">
  <p:cSld name="SECTION_TITLE_AND_DESCRIPTION_1_1_3_1_1_1_1_1">
    <p:bg>
      <p:bgPr>
        <a:solidFill>
          <a:srgbClr val="F0F0F0"/>
        </a:solidFill>
      </p:bgPr>
    </p:bg>
    <p:spTree>
      <p:nvGrpSpPr>
        <p:cNvPr id="256" name="Shape 256"/>
        <p:cNvGrpSpPr/>
        <p:nvPr/>
      </p:nvGrpSpPr>
      <p:grpSpPr>
        <a:xfrm>
          <a:off x="0" y="0"/>
          <a:ext cx="0" cy="0"/>
          <a:chOff x="0" y="0"/>
          <a:chExt cx="0" cy="0"/>
        </a:xfrm>
      </p:grpSpPr>
      <p:pic>
        <p:nvPicPr>
          <p:cNvPr id="257" name="Google Shape;257;p50"/>
          <p:cNvPicPr preferRelativeResize="0"/>
          <p:nvPr/>
        </p:nvPicPr>
        <p:blipFill rotWithShape="1">
          <a:blip r:embed="rId2">
            <a:alphaModFix/>
          </a:blip>
          <a:srcRect b="0" l="189" r="199" t="0"/>
          <a:stretch/>
        </p:blipFill>
        <p:spPr>
          <a:xfrm rot="5400000">
            <a:off x="-76200" y="-197342"/>
            <a:ext cx="3597901" cy="3597900"/>
          </a:xfrm>
          <a:prstGeom prst="rect">
            <a:avLst/>
          </a:prstGeom>
          <a:noFill/>
          <a:ln>
            <a:noFill/>
          </a:ln>
        </p:spPr>
      </p:pic>
      <p:sp>
        <p:nvSpPr>
          <p:cNvPr id="258" name="Google Shape;258;p50"/>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59" name="Google Shape;259;p50"/>
          <p:cNvSpPr/>
          <p:nvPr/>
        </p:nvSpPr>
        <p:spPr>
          <a:xfrm rot="5400000">
            <a:off x="6609900" y="2475450"/>
            <a:ext cx="3310200" cy="189300"/>
          </a:xfrm>
          <a:prstGeom prst="rect">
            <a:avLst/>
          </a:prstGeom>
          <a:solidFill>
            <a:srgbClr val="FF9A74"/>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260" name="Google Shape;260;p50"/>
          <p:cNvSpPr txBox="1"/>
          <p:nvPr>
            <p:ph type="title"/>
          </p:nvPr>
        </p:nvSpPr>
        <p:spPr>
          <a:xfrm>
            <a:off x="4571900" y="1257800"/>
            <a:ext cx="3189000" cy="1285800"/>
          </a:xfrm>
          <a:prstGeom prst="rect">
            <a:avLst/>
          </a:prstGeom>
        </p:spPr>
        <p:txBody>
          <a:bodyPr anchorCtr="0" anchor="b" bIns="91425" lIns="91425" spcFirstLastPara="1" rIns="91425" wrap="square" tIns="91425">
            <a:normAutofit/>
          </a:bodyPr>
          <a:lstStyle>
            <a:lvl1pPr lvl="0" rtl="0" algn="l">
              <a:spcBef>
                <a:spcPts val="0"/>
              </a:spcBef>
              <a:spcAft>
                <a:spcPts val="0"/>
              </a:spcAft>
              <a:buSzPts val="28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61" name="Google Shape;261;p50"/>
          <p:cNvSpPr txBox="1"/>
          <p:nvPr>
            <p:ph idx="1" type="subTitle"/>
          </p:nvPr>
        </p:nvSpPr>
        <p:spPr>
          <a:xfrm>
            <a:off x="4571900" y="2738075"/>
            <a:ext cx="3189000" cy="1235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62" name="Google Shape;262;p50"/>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no logo)">
  <p:cSld name="TITLE_ONLY_1_2">
    <p:bg>
      <p:bgPr>
        <a:solidFill>
          <a:srgbClr val="292929"/>
        </a:solidFill>
      </p:bgPr>
    </p:bg>
    <p:spTree>
      <p:nvGrpSpPr>
        <p:cNvPr id="263" name="Shape 263"/>
        <p:cNvGrpSpPr/>
        <p:nvPr/>
      </p:nvGrpSpPr>
      <p:grpSpPr>
        <a:xfrm>
          <a:off x="0" y="0"/>
          <a:ext cx="0" cy="0"/>
          <a:chOff x="0" y="0"/>
          <a:chExt cx="0" cy="0"/>
        </a:xfrm>
      </p:grpSpPr>
      <p:sp>
        <p:nvSpPr>
          <p:cNvPr id="264" name="Google Shape;264;p51"/>
          <p:cNvSpPr txBox="1"/>
          <p:nvPr>
            <p:ph type="title"/>
          </p:nvPr>
        </p:nvSpPr>
        <p:spPr>
          <a:xfrm>
            <a:off x="311700" y="310896"/>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graphic">
  <p:cSld name="TITLE_ONLY_1_1">
    <p:bg>
      <p:bgPr>
        <a:solidFill>
          <a:schemeClr val="lt1"/>
        </a:solidFill>
      </p:bgPr>
    </p:bg>
    <p:spTree>
      <p:nvGrpSpPr>
        <p:cNvPr id="265" name="Shape 265"/>
        <p:cNvGrpSpPr/>
        <p:nvPr/>
      </p:nvGrpSpPr>
      <p:grpSpPr>
        <a:xfrm>
          <a:off x="0" y="0"/>
          <a:ext cx="0" cy="0"/>
          <a:chOff x="0" y="0"/>
          <a:chExt cx="0" cy="0"/>
        </a:xfrm>
      </p:grpSpPr>
      <p:sp>
        <p:nvSpPr>
          <p:cNvPr id="266" name="Google Shape;266;p52"/>
          <p:cNvSpPr/>
          <p:nvPr/>
        </p:nvSpPr>
        <p:spPr>
          <a:xfrm>
            <a:off x="0" y="-23865"/>
            <a:ext cx="9144000" cy="4099500"/>
          </a:xfrm>
          <a:prstGeom prst="rect">
            <a:avLst/>
          </a:prstGeom>
          <a:solidFill>
            <a:srgbClr val="2929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267" name="Google Shape;267;p52"/>
          <p:cNvPicPr preferRelativeResize="0"/>
          <p:nvPr/>
        </p:nvPicPr>
        <p:blipFill>
          <a:blip r:embed="rId2">
            <a:alphaModFix/>
          </a:blip>
          <a:stretch>
            <a:fillRect/>
          </a:stretch>
        </p:blipFill>
        <p:spPr>
          <a:xfrm flipH="1" rot="10800000">
            <a:off x="0" y="4099452"/>
            <a:ext cx="9144003" cy="991196"/>
          </a:xfrm>
          <a:prstGeom prst="rect">
            <a:avLst/>
          </a:prstGeom>
          <a:noFill/>
          <a:ln>
            <a:noFill/>
          </a:ln>
        </p:spPr>
      </p:pic>
      <p:sp>
        <p:nvSpPr>
          <p:cNvPr id="268" name="Google Shape;268;p52"/>
          <p:cNvSpPr txBox="1"/>
          <p:nvPr>
            <p:ph type="title"/>
          </p:nvPr>
        </p:nvSpPr>
        <p:spPr>
          <a:xfrm>
            <a:off x="311700" y="310896"/>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_light 1">
  <p:cSld name="TITLE_AND_BODY_3">
    <p:spTree>
      <p:nvGrpSpPr>
        <p:cNvPr id="269" name="Shape 269"/>
        <p:cNvGrpSpPr/>
        <p:nvPr/>
      </p:nvGrpSpPr>
      <p:grpSpPr>
        <a:xfrm>
          <a:off x="0" y="0"/>
          <a:ext cx="0" cy="0"/>
          <a:chOff x="0" y="0"/>
          <a:chExt cx="0" cy="0"/>
        </a:xfrm>
      </p:grpSpPr>
      <p:sp>
        <p:nvSpPr>
          <p:cNvPr id="270" name="Google Shape;270;p53"/>
          <p:cNvSpPr/>
          <p:nvPr>
            <p:ph idx="2" type="pic"/>
          </p:nvPr>
        </p:nvSpPr>
        <p:spPr>
          <a:xfrm>
            <a:off x="4730589" y="354450"/>
            <a:ext cx="4101600" cy="4105800"/>
          </a:xfrm>
          <a:prstGeom prst="rect">
            <a:avLst/>
          </a:prstGeom>
          <a:solidFill>
            <a:srgbClr val="F8F8F8"/>
          </a:solidFill>
          <a:ln>
            <a:noFill/>
          </a:ln>
        </p:spPr>
      </p:sp>
      <p:sp>
        <p:nvSpPr>
          <p:cNvPr id="271" name="Google Shape;271;p53"/>
          <p:cNvSpPr txBox="1"/>
          <p:nvPr>
            <p:ph type="title"/>
          </p:nvPr>
        </p:nvSpPr>
        <p:spPr>
          <a:xfrm>
            <a:off x="311700" y="457200"/>
            <a:ext cx="40248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2" name="Google Shape;272;p53"/>
          <p:cNvSpPr txBox="1"/>
          <p:nvPr>
            <p:ph idx="1" type="body"/>
          </p:nvPr>
        </p:nvSpPr>
        <p:spPr>
          <a:xfrm>
            <a:off x="311700" y="1174075"/>
            <a:ext cx="4024800" cy="3283500"/>
          </a:xfrm>
          <a:prstGeom prst="rect">
            <a:avLst/>
          </a:prstGeom>
        </p:spPr>
        <p:txBody>
          <a:bodyPr anchorCtr="0" anchor="b"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pic>
        <p:nvPicPr>
          <p:cNvPr id="273" name="Google Shape;273;p53"/>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extLst>
    <p:ext uri="{DCECCB84-F9BA-43D5-87BE-67443E8EF086}">
      <p15:sldGuideLst>
        <p15:guide id="1" orient="horz" pos="2808">
          <p15:clr>
            <a:srgbClr val="E46962"/>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_light" type="title">
  <p:cSld name="TITLE">
    <p:spTree>
      <p:nvGrpSpPr>
        <p:cNvPr id="277" name="Shape 277"/>
        <p:cNvGrpSpPr/>
        <p:nvPr/>
      </p:nvGrpSpPr>
      <p:grpSpPr>
        <a:xfrm>
          <a:off x="0" y="0"/>
          <a:ext cx="0" cy="0"/>
          <a:chOff x="0" y="0"/>
          <a:chExt cx="0" cy="0"/>
        </a:xfrm>
      </p:grpSpPr>
      <p:sp>
        <p:nvSpPr>
          <p:cNvPr id="278" name="Google Shape;278;p55"/>
          <p:cNvSpPr txBox="1"/>
          <p:nvPr>
            <p:ph type="ctrTitle"/>
          </p:nvPr>
        </p:nvSpPr>
        <p:spPr>
          <a:xfrm>
            <a:off x="311704" y="1691650"/>
            <a:ext cx="4254900" cy="2052600"/>
          </a:xfrm>
          <a:prstGeom prst="rect">
            <a:avLst/>
          </a:prstGeom>
        </p:spPr>
        <p:txBody>
          <a:bodyPr anchorCtr="0" anchor="b" bIns="91425" lIns="91425" spcFirstLastPara="1" rIns="91425" wrap="square" tIns="91425">
            <a:noAutofit/>
          </a:bodyPr>
          <a:lstStyle>
            <a:lvl1pPr lvl="0" rtl="0" algn="l">
              <a:lnSpc>
                <a:spcPct val="80000"/>
              </a:lnSpc>
              <a:spcBef>
                <a:spcPts val="0"/>
              </a:spcBef>
              <a:spcAft>
                <a:spcPts val="0"/>
              </a:spcAft>
              <a:buSzPts val="5500"/>
              <a:buNone/>
              <a:defRPr sz="5500"/>
            </a:lvl1pPr>
            <a:lvl2pPr lvl="1" rtl="0">
              <a:lnSpc>
                <a:spcPct val="80000"/>
              </a:lnSpc>
              <a:spcBef>
                <a:spcPts val="0"/>
              </a:spcBef>
              <a:spcAft>
                <a:spcPts val="0"/>
              </a:spcAft>
              <a:buSzPts val="5200"/>
              <a:buNone/>
              <a:defRPr sz="5200"/>
            </a:lvl2pPr>
            <a:lvl3pPr lvl="2" rtl="0">
              <a:lnSpc>
                <a:spcPct val="80000"/>
              </a:lnSpc>
              <a:spcBef>
                <a:spcPts val="0"/>
              </a:spcBef>
              <a:spcAft>
                <a:spcPts val="0"/>
              </a:spcAft>
              <a:buSzPts val="5200"/>
              <a:buNone/>
              <a:defRPr sz="5200"/>
            </a:lvl3pPr>
            <a:lvl4pPr lvl="3" rtl="0">
              <a:lnSpc>
                <a:spcPct val="80000"/>
              </a:lnSpc>
              <a:spcBef>
                <a:spcPts val="0"/>
              </a:spcBef>
              <a:spcAft>
                <a:spcPts val="0"/>
              </a:spcAft>
              <a:buSzPts val="5200"/>
              <a:buNone/>
              <a:defRPr sz="5200"/>
            </a:lvl4pPr>
            <a:lvl5pPr lvl="4" rtl="0">
              <a:lnSpc>
                <a:spcPct val="80000"/>
              </a:lnSpc>
              <a:spcBef>
                <a:spcPts val="0"/>
              </a:spcBef>
              <a:spcAft>
                <a:spcPts val="0"/>
              </a:spcAft>
              <a:buSzPts val="5200"/>
              <a:buNone/>
              <a:defRPr sz="5200"/>
            </a:lvl5pPr>
            <a:lvl6pPr lvl="5" rtl="0">
              <a:lnSpc>
                <a:spcPct val="80000"/>
              </a:lnSpc>
              <a:spcBef>
                <a:spcPts val="0"/>
              </a:spcBef>
              <a:spcAft>
                <a:spcPts val="0"/>
              </a:spcAft>
              <a:buSzPts val="5200"/>
              <a:buNone/>
              <a:defRPr sz="5200"/>
            </a:lvl6pPr>
            <a:lvl7pPr lvl="6" rtl="0">
              <a:lnSpc>
                <a:spcPct val="80000"/>
              </a:lnSpc>
              <a:spcBef>
                <a:spcPts val="0"/>
              </a:spcBef>
              <a:spcAft>
                <a:spcPts val="0"/>
              </a:spcAft>
              <a:buSzPts val="5200"/>
              <a:buNone/>
              <a:defRPr sz="5200"/>
            </a:lvl7pPr>
            <a:lvl8pPr lvl="7" rtl="0">
              <a:lnSpc>
                <a:spcPct val="80000"/>
              </a:lnSpc>
              <a:spcBef>
                <a:spcPts val="0"/>
              </a:spcBef>
              <a:spcAft>
                <a:spcPts val="0"/>
              </a:spcAft>
              <a:buSzPts val="5200"/>
              <a:buNone/>
              <a:defRPr sz="5200"/>
            </a:lvl8pPr>
            <a:lvl9pPr lvl="8" rtl="0">
              <a:lnSpc>
                <a:spcPct val="80000"/>
              </a:lnSpc>
              <a:spcBef>
                <a:spcPts val="0"/>
              </a:spcBef>
              <a:spcAft>
                <a:spcPts val="0"/>
              </a:spcAft>
              <a:buSzPts val="5200"/>
              <a:buNone/>
              <a:defRPr sz="5200"/>
            </a:lvl9pPr>
          </a:lstStyle>
          <a:p/>
        </p:txBody>
      </p:sp>
      <p:sp>
        <p:nvSpPr>
          <p:cNvPr id="279" name="Google Shape;279;p55"/>
          <p:cNvSpPr txBox="1"/>
          <p:nvPr>
            <p:ph idx="1" type="subTitle"/>
          </p:nvPr>
        </p:nvSpPr>
        <p:spPr>
          <a:xfrm>
            <a:off x="311700" y="3794760"/>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pic>
        <p:nvPicPr>
          <p:cNvPr id="280" name="Google Shape;280;p55"/>
          <p:cNvPicPr preferRelativeResize="0"/>
          <p:nvPr/>
        </p:nvPicPr>
        <p:blipFill rotWithShape="1">
          <a:blip r:embed="rId2">
            <a:alphaModFix/>
          </a:blip>
          <a:srcRect b="7416" l="0" r="14310" t="0"/>
          <a:stretch/>
        </p:blipFill>
        <p:spPr>
          <a:xfrm>
            <a:off x="5007800" y="663775"/>
            <a:ext cx="4136202" cy="4479724"/>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TITLE_2">
    <p:bg>
      <p:bgPr>
        <a:solidFill>
          <a:srgbClr val="292929"/>
        </a:solidFill>
      </p:bgPr>
    </p:bg>
    <p:spTree>
      <p:nvGrpSpPr>
        <p:cNvPr id="281" name="Shape 281"/>
        <p:cNvGrpSpPr/>
        <p:nvPr/>
      </p:nvGrpSpPr>
      <p:grpSpPr>
        <a:xfrm>
          <a:off x="0" y="0"/>
          <a:ext cx="0" cy="0"/>
          <a:chOff x="0" y="0"/>
          <a:chExt cx="0" cy="0"/>
        </a:xfrm>
      </p:grpSpPr>
      <p:sp>
        <p:nvSpPr>
          <p:cNvPr id="282" name="Google Shape;282;p56"/>
          <p:cNvSpPr txBox="1"/>
          <p:nvPr>
            <p:ph type="ctrTitle"/>
          </p:nvPr>
        </p:nvSpPr>
        <p:spPr>
          <a:xfrm>
            <a:off x="311704" y="1691650"/>
            <a:ext cx="4254900" cy="2052600"/>
          </a:xfrm>
          <a:prstGeom prst="rect">
            <a:avLst/>
          </a:prstGeom>
        </p:spPr>
        <p:txBody>
          <a:bodyPr anchorCtr="0" anchor="b" bIns="91425" lIns="91425" spcFirstLastPara="1" rIns="91425" wrap="square" tIns="91425">
            <a:noAutofit/>
          </a:bodyPr>
          <a:lstStyle>
            <a:lvl1pPr lvl="0" rtl="0" algn="l">
              <a:lnSpc>
                <a:spcPct val="95000"/>
              </a:lnSpc>
              <a:spcBef>
                <a:spcPts val="0"/>
              </a:spcBef>
              <a:spcAft>
                <a:spcPts val="0"/>
              </a:spcAft>
              <a:buClr>
                <a:schemeClr val="lt1"/>
              </a:buClr>
              <a:buSzPts val="5500"/>
              <a:buNone/>
              <a:defRPr sz="5500">
                <a:solidFill>
                  <a:schemeClr val="lt1"/>
                </a:solidFill>
              </a:defRPr>
            </a:lvl1pPr>
            <a:lvl2pPr lvl="1" rtl="0">
              <a:lnSpc>
                <a:spcPct val="90000"/>
              </a:lnSpc>
              <a:spcBef>
                <a:spcPts val="0"/>
              </a:spcBef>
              <a:spcAft>
                <a:spcPts val="0"/>
              </a:spcAft>
              <a:buClr>
                <a:schemeClr val="lt1"/>
              </a:buClr>
              <a:buSzPts val="5200"/>
              <a:buNone/>
              <a:defRPr sz="5200">
                <a:solidFill>
                  <a:schemeClr val="lt1"/>
                </a:solidFill>
              </a:defRPr>
            </a:lvl2pPr>
            <a:lvl3pPr lvl="2" rtl="0">
              <a:lnSpc>
                <a:spcPct val="90000"/>
              </a:lnSpc>
              <a:spcBef>
                <a:spcPts val="0"/>
              </a:spcBef>
              <a:spcAft>
                <a:spcPts val="0"/>
              </a:spcAft>
              <a:buClr>
                <a:schemeClr val="lt1"/>
              </a:buClr>
              <a:buSzPts val="5200"/>
              <a:buNone/>
              <a:defRPr sz="5200">
                <a:solidFill>
                  <a:schemeClr val="lt1"/>
                </a:solidFill>
              </a:defRPr>
            </a:lvl3pPr>
            <a:lvl4pPr lvl="3" rtl="0">
              <a:lnSpc>
                <a:spcPct val="90000"/>
              </a:lnSpc>
              <a:spcBef>
                <a:spcPts val="0"/>
              </a:spcBef>
              <a:spcAft>
                <a:spcPts val="0"/>
              </a:spcAft>
              <a:buClr>
                <a:schemeClr val="lt1"/>
              </a:buClr>
              <a:buSzPts val="5200"/>
              <a:buNone/>
              <a:defRPr sz="5200">
                <a:solidFill>
                  <a:schemeClr val="lt1"/>
                </a:solidFill>
              </a:defRPr>
            </a:lvl4pPr>
            <a:lvl5pPr lvl="4" rtl="0">
              <a:lnSpc>
                <a:spcPct val="90000"/>
              </a:lnSpc>
              <a:spcBef>
                <a:spcPts val="0"/>
              </a:spcBef>
              <a:spcAft>
                <a:spcPts val="0"/>
              </a:spcAft>
              <a:buClr>
                <a:schemeClr val="lt1"/>
              </a:buClr>
              <a:buSzPts val="5200"/>
              <a:buNone/>
              <a:defRPr sz="5200">
                <a:solidFill>
                  <a:schemeClr val="lt1"/>
                </a:solidFill>
              </a:defRPr>
            </a:lvl5pPr>
            <a:lvl6pPr lvl="5" rtl="0">
              <a:lnSpc>
                <a:spcPct val="90000"/>
              </a:lnSpc>
              <a:spcBef>
                <a:spcPts val="0"/>
              </a:spcBef>
              <a:spcAft>
                <a:spcPts val="0"/>
              </a:spcAft>
              <a:buClr>
                <a:schemeClr val="lt1"/>
              </a:buClr>
              <a:buSzPts val="5200"/>
              <a:buNone/>
              <a:defRPr sz="5200">
                <a:solidFill>
                  <a:schemeClr val="lt1"/>
                </a:solidFill>
              </a:defRPr>
            </a:lvl6pPr>
            <a:lvl7pPr lvl="6" rtl="0">
              <a:lnSpc>
                <a:spcPct val="90000"/>
              </a:lnSpc>
              <a:spcBef>
                <a:spcPts val="0"/>
              </a:spcBef>
              <a:spcAft>
                <a:spcPts val="0"/>
              </a:spcAft>
              <a:buClr>
                <a:schemeClr val="lt1"/>
              </a:buClr>
              <a:buSzPts val="5200"/>
              <a:buNone/>
              <a:defRPr sz="5200">
                <a:solidFill>
                  <a:schemeClr val="lt1"/>
                </a:solidFill>
              </a:defRPr>
            </a:lvl7pPr>
            <a:lvl8pPr lvl="7" rtl="0">
              <a:lnSpc>
                <a:spcPct val="90000"/>
              </a:lnSpc>
              <a:spcBef>
                <a:spcPts val="0"/>
              </a:spcBef>
              <a:spcAft>
                <a:spcPts val="0"/>
              </a:spcAft>
              <a:buClr>
                <a:schemeClr val="lt1"/>
              </a:buClr>
              <a:buSzPts val="5200"/>
              <a:buNone/>
              <a:defRPr sz="5200">
                <a:solidFill>
                  <a:schemeClr val="lt1"/>
                </a:solidFill>
              </a:defRPr>
            </a:lvl8pPr>
            <a:lvl9pPr lvl="8" rtl="0">
              <a:lnSpc>
                <a:spcPct val="90000"/>
              </a:lnSpc>
              <a:spcBef>
                <a:spcPts val="0"/>
              </a:spcBef>
              <a:spcAft>
                <a:spcPts val="0"/>
              </a:spcAft>
              <a:buClr>
                <a:schemeClr val="lt1"/>
              </a:buClr>
              <a:buSzPts val="5200"/>
              <a:buNone/>
              <a:defRPr sz="5200">
                <a:solidFill>
                  <a:schemeClr val="lt1"/>
                </a:solidFill>
              </a:defRPr>
            </a:lvl9pPr>
          </a:lstStyle>
          <a:p/>
        </p:txBody>
      </p:sp>
      <p:sp>
        <p:nvSpPr>
          <p:cNvPr id="283" name="Google Shape;283;p56"/>
          <p:cNvSpPr txBox="1"/>
          <p:nvPr>
            <p:ph idx="1" type="subTitle"/>
          </p:nvPr>
        </p:nvSpPr>
        <p:spPr>
          <a:xfrm>
            <a:off x="311700" y="3794760"/>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1pPr>
            <a:lvl2pPr lvl="1"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2pPr>
            <a:lvl3pPr lvl="2"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3pPr>
            <a:lvl4pPr lvl="3"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4pPr>
            <a:lvl5pPr lvl="4"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5pPr>
            <a:lvl6pPr lvl="5"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6pPr>
            <a:lvl7pPr lvl="6"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7pPr>
            <a:lvl8pPr lvl="7"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8pPr>
            <a:lvl9pPr lvl="8"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9pPr>
          </a:lstStyle>
          <a:p/>
        </p:txBody>
      </p:sp>
      <p:pic>
        <p:nvPicPr>
          <p:cNvPr id="284" name="Google Shape;284;p56"/>
          <p:cNvPicPr preferRelativeResize="0"/>
          <p:nvPr/>
        </p:nvPicPr>
        <p:blipFill rotWithShape="1">
          <a:blip r:embed="rId2">
            <a:alphaModFix/>
          </a:blip>
          <a:srcRect b="7416" l="0" r="14310" t="0"/>
          <a:stretch/>
        </p:blipFill>
        <p:spPr>
          <a:xfrm>
            <a:off x="5007800" y="663775"/>
            <a:ext cx="4136202" cy="4479724"/>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_light" type="secHead">
  <p:cSld name="SECTION_HEADER">
    <p:spTree>
      <p:nvGrpSpPr>
        <p:cNvPr id="285" name="Shape 285"/>
        <p:cNvGrpSpPr/>
        <p:nvPr/>
      </p:nvGrpSpPr>
      <p:grpSpPr>
        <a:xfrm>
          <a:off x="0" y="0"/>
          <a:ext cx="0" cy="0"/>
          <a:chOff x="0" y="0"/>
          <a:chExt cx="0" cy="0"/>
        </a:xfrm>
      </p:grpSpPr>
      <p:sp>
        <p:nvSpPr>
          <p:cNvPr id="286" name="Google Shape;286;p5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4000"/>
              <a:buNone/>
              <a:defRPr sz="40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_dark">
  <p:cSld name="SECTION_HEADER_2">
    <p:bg>
      <p:bgPr>
        <a:solidFill>
          <a:srgbClr val="292929"/>
        </a:solidFill>
      </p:bgPr>
    </p:bg>
    <p:spTree>
      <p:nvGrpSpPr>
        <p:cNvPr id="287" name="Shape 287"/>
        <p:cNvGrpSpPr/>
        <p:nvPr/>
      </p:nvGrpSpPr>
      <p:grpSpPr>
        <a:xfrm>
          <a:off x="0" y="0"/>
          <a:ext cx="0" cy="0"/>
          <a:chOff x="0" y="0"/>
          <a:chExt cx="0" cy="0"/>
        </a:xfrm>
      </p:grpSpPr>
      <p:sp>
        <p:nvSpPr>
          <p:cNvPr id="288" name="Google Shape;288;p5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lt1"/>
              </a:buClr>
              <a:buSzPts val="4000"/>
              <a:buNone/>
              <a:defRPr sz="4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_neon">
  <p:cSld name="SECTION_HEADER_2_1">
    <p:bg>
      <p:bgPr>
        <a:solidFill>
          <a:srgbClr val="F0FF45"/>
        </a:solidFill>
      </p:bgPr>
    </p:bg>
    <p:spTree>
      <p:nvGrpSpPr>
        <p:cNvPr id="289" name="Shape 289"/>
        <p:cNvGrpSpPr/>
        <p:nvPr/>
      </p:nvGrpSpPr>
      <p:grpSpPr>
        <a:xfrm>
          <a:off x="0" y="0"/>
          <a:ext cx="0" cy="0"/>
          <a:chOff x="0" y="0"/>
          <a:chExt cx="0" cy="0"/>
        </a:xfrm>
      </p:grpSpPr>
      <p:sp>
        <p:nvSpPr>
          <p:cNvPr id="290" name="Google Shape;290;p5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40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SECTION_HEADER_3">
    <p:bg>
      <p:bgPr>
        <a:solidFill>
          <a:srgbClr val="F0F0F0"/>
        </a:solidFill>
      </p:bgPr>
    </p:bg>
    <p:spTree>
      <p:nvGrpSpPr>
        <p:cNvPr id="291" name="Shape 291"/>
        <p:cNvGrpSpPr/>
        <p:nvPr/>
      </p:nvGrpSpPr>
      <p:grpSpPr>
        <a:xfrm>
          <a:off x="0" y="0"/>
          <a:ext cx="0" cy="0"/>
          <a:chOff x="0" y="0"/>
          <a:chExt cx="0" cy="0"/>
        </a:xfrm>
      </p:grpSpPr>
      <p:sp>
        <p:nvSpPr>
          <p:cNvPr id="292" name="Google Shape;292;p60"/>
          <p:cNvSpPr txBox="1"/>
          <p:nvPr>
            <p:ph type="title"/>
          </p:nvPr>
        </p:nvSpPr>
        <p:spPr>
          <a:xfrm>
            <a:off x="311700" y="2150850"/>
            <a:ext cx="4292700" cy="841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200"/>
              <a:buNone/>
              <a:defRPr sz="3200"/>
            </a:lvl1pPr>
            <a:lvl2pPr lvl="1" rtl="0" algn="ctr">
              <a:spcBef>
                <a:spcPts val="0"/>
              </a:spcBef>
              <a:spcAft>
                <a:spcPts val="0"/>
              </a:spcAft>
              <a:buSzPts val="3200"/>
              <a:buNone/>
              <a:defRPr sz="3200"/>
            </a:lvl2pPr>
            <a:lvl3pPr lvl="2" rtl="0" algn="ctr">
              <a:spcBef>
                <a:spcPts val="0"/>
              </a:spcBef>
              <a:spcAft>
                <a:spcPts val="0"/>
              </a:spcAft>
              <a:buSzPts val="3200"/>
              <a:buNone/>
              <a:defRPr sz="3200"/>
            </a:lvl3pPr>
            <a:lvl4pPr lvl="3" rtl="0" algn="ctr">
              <a:spcBef>
                <a:spcPts val="0"/>
              </a:spcBef>
              <a:spcAft>
                <a:spcPts val="0"/>
              </a:spcAft>
              <a:buSzPts val="3200"/>
              <a:buNone/>
              <a:defRPr sz="3200"/>
            </a:lvl4pPr>
            <a:lvl5pPr lvl="4" rtl="0" algn="ctr">
              <a:spcBef>
                <a:spcPts val="0"/>
              </a:spcBef>
              <a:spcAft>
                <a:spcPts val="0"/>
              </a:spcAft>
              <a:buSzPts val="3200"/>
              <a:buNone/>
              <a:defRPr sz="3200"/>
            </a:lvl5pPr>
            <a:lvl6pPr lvl="5" rtl="0" algn="ctr">
              <a:spcBef>
                <a:spcPts val="0"/>
              </a:spcBef>
              <a:spcAft>
                <a:spcPts val="0"/>
              </a:spcAft>
              <a:buSzPts val="3200"/>
              <a:buNone/>
              <a:defRPr sz="3200"/>
            </a:lvl6pPr>
            <a:lvl7pPr lvl="6" rtl="0" algn="ctr">
              <a:spcBef>
                <a:spcPts val="0"/>
              </a:spcBef>
              <a:spcAft>
                <a:spcPts val="0"/>
              </a:spcAft>
              <a:buSzPts val="3200"/>
              <a:buNone/>
              <a:defRPr sz="3200"/>
            </a:lvl7pPr>
            <a:lvl8pPr lvl="7" rtl="0" algn="ctr">
              <a:spcBef>
                <a:spcPts val="0"/>
              </a:spcBef>
              <a:spcAft>
                <a:spcPts val="0"/>
              </a:spcAft>
              <a:buSzPts val="3200"/>
              <a:buNone/>
              <a:defRPr sz="3200"/>
            </a:lvl8pPr>
            <a:lvl9pPr lvl="8" rtl="0" algn="ctr">
              <a:spcBef>
                <a:spcPts val="0"/>
              </a:spcBef>
              <a:spcAft>
                <a:spcPts val="0"/>
              </a:spcAft>
              <a:buSzPts val="3200"/>
              <a:buNone/>
              <a:defRPr sz="3200"/>
            </a:lvl9pPr>
          </a:lstStyle>
          <a:p/>
        </p:txBody>
      </p:sp>
      <p:cxnSp>
        <p:nvCxnSpPr>
          <p:cNvPr id="293" name="Google Shape;293;p60"/>
          <p:cNvCxnSpPr/>
          <p:nvPr/>
        </p:nvCxnSpPr>
        <p:spPr>
          <a:xfrm rot="10800000">
            <a:off x="6186175" y="1532675"/>
            <a:ext cx="3261300" cy="0"/>
          </a:xfrm>
          <a:prstGeom prst="straightConnector1">
            <a:avLst/>
          </a:prstGeom>
          <a:noFill/>
          <a:ln cap="flat" cmpd="sng" w="9525">
            <a:solidFill>
              <a:srgbClr val="1E1E1E"/>
            </a:solidFill>
            <a:prstDash val="solid"/>
            <a:round/>
            <a:headEnd len="med" w="med" type="none"/>
            <a:tailEnd len="med" w="med" type="none"/>
          </a:ln>
        </p:spPr>
      </p:cxnSp>
      <p:cxnSp>
        <p:nvCxnSpPr>
          <p:cNvPr id="294" name="Google Shape;294;p60"/>
          <p:cNvCxnSpPr/>
          <p:nvPr/>
        </p:nvCxnSpPr>
        <p:spPr>
          <a:xfrm>
            <a:off x="6573900" y="666900"/>
            <a:ext cx="0" cy="3809700"/>
          </a:xfrm>
          <a:prstGeom prst="straightConnector1">
            <a:avLst/>
          </a:prstGeom>
          <a:noFill/>
          <a:ln cap="flat" cmpd="sng" w="9525">
            <a:solidFill>
              <a:srgbClr val="1E1E1E"/>
            </a:solidFill>
            <a:prstDash val="solid"/>
            <a:round/>
            <a:headEnd len="med" w="med" type="none"/>
            <a:tailEnd len="med" w="med" type="none"/>
          </a:ln>
        </p:spPr>
      </p:cxnSp>
      <p:sp>
        <p:nvSpPr>
          <p:cNvPr id="295" name="Google Shape;295;p60"/>
          <p:cNvSpPr txBox="1"/>
          <p:nvPr>
            <p:ph idx="1" type="body"/>
          </p:nvPr>
        </p:nvSpPr>
        <p:spPr>
          <a:xfrm>
            <a:off x="6916025" y="1754525"/>
            <a:ext cx="1916400" cy="2703000"/>
          </a:xfrm>
          <a:prstGeom prst="rect">
            <a:avLst/>
          </a:prstGeom>
        </p:spPr>
        <p:txBody>
          <a:bodyPr anchorCtr="0" anchor="b" bIns="91425" lIns="0"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pic>
        <p:nvPicPr>
          <p:cNvPr id="296" name="Google Shape;296;p60"/>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light">
  <p:cSld name="SECTION_HEADER_2_1_1">
    <p:bg>
      <p:bgPr>
        <a:solidFill>
          <a:schemeClr val="lt1"/>
        </a:solidFill>
      </p:bgPr>
    </p:bg>
    <p:spTree>
      <p:nvGrpSpPr>
        <p:cNvPr id="297" name="Shape 297"/>
        <p:cNvGrpSpPr/>
        <p:nvPr/>
      </p:nvGrpSpPr>
      <p:grpSpPr>
        <a:xfrm>
          <a:off x="0" y="0"/>
          <a:ext cx="0" cy="0"/>
          <a:chOff x="0" y="0"/>
          <a:chExt cx="0" cy="0"/>
        </a:xfrm>
      </p:grpSpPr>
      <p:sp>
        <p:nvSpPr>
          <p:cNvPr id="298" name="Google Shape;298;p61"/>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299" name="Google Shape;299;p61"/>
          <p:cNvPicPr preferRelativeResize="0"/>
          <p:nvPr/>
        </p:nvPicPr>
        <p:blipFill>
          <a:blip r:embed="rId2">
            <a:alphaModFix/>
          </a:blip>
          <a:stretch>
            <a:fillRect/>
          </a:stretch>
        </p:blipFill>
        <p:spPr>
          <a:xfrm>
            <a:off x="5347151" y="1319918"/>
            <a:ext cx="3922575" cy="3922575"/>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dark">
  <p:cSld name="SECTION_HEADER_2_1_1_1">
    <p:bg>
      <p:bgPr>
        <a:solidFill>
          <a:srgbClr val="292929"/>
        </a:solidFill>
      </p:bgPr>
    </p:bg>
    <p:spTree>
      <p:nvGrpSpPr>
        <p:cNvPr id="300" name="Shape 300"/>
        <p:cNvGrpSpPr/>
        <p:nvPr/>
      </p:nvGrpSpPr>
      <p:grpSpPr>
        <a:xfrm>
          <a:off x="0" y="0"/>
          <a:ext cx="0" cy="0"/>
          <a:chOff x="0" y="0"/>
          <a:chExt cx="0" cy="0"/>
        </a:xfrm>
      </p:grpSpPr>
      <p:sp>
        <p:nvSpPr>
          <p:cNvPr id="301" name="Google Shape;301;p62"/>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Clr>
                <a:schemeClr val="lt1"/>
              </a:buClr>
              <a:buSzPts val="3600"/>
              <a:buNone/>
              <a:defRPr sz="3600">
                <a:solidFill>
                  <a:schemeClr val="lt1"/>
                </a:solidFill>
              </a:defRPr>
            </a:lvl2pPr>
            <a:lvl3pPr lvl="2" rtl="0" algn="ctr">
              <a:lnSpc>
                <a:spcPct val="80000"/>
              </a:lnSpc>
              <a:spcBef>
                <a:spcPts val="0"/>
              </a:spcBef>
              <a:spcAft>
                <a:spcPts val="0"/>
              </a:spcAft>
              <a:buClr>
                <a:schemeClr val="lt1"/>
              </a:buClr>
              <a:buSzPts val="3600"/>
              <a:buNone/>
              <a:defRPr sz="3600">
                <a:solidFill>
                  <a:schemeClr val="lt1"/>
                </a:solidFill>
              </a:defRPr>
            </a:lvl3pPr>
            <a:lvl4pPr lvl="3" rtl="0" algn="ctr">
              <a:lnSpc>
                <a:spcPct val="80000"/>
              </a:lnSpc>
              <a:spcBef>
                <a:spcPts val="0"/>
              </a:spcBef>
              <a:spcAft>
                <a:spcPts val="0"/>
              </a:spcAft>
              <a:buClr>
                <a:schemeClr val="lt1"/>
              </a:buClr>
              <a:buSzPts val="3600"/>
              <a:buNone/>
              <a:defRPr sz="3600">
                <a:solidFill>
                  <a:schemeClr val="lt1"/>
                </a:solidFill>
              </a:defRPr>
            </a:lvl4pPr>
            <a:lvl5pPr lvl="4" rtl="0" algn="ctr">
              <a:lnSpc>
                <a:spcPct val="80000"/>
              </a:lnSpc>
              <a:spcBef>
                <a:spcPts val="0"/>
              </a:spcBef>
              <a:spcAft>
                <a:spcPts val="0"/>
              </a:spcAft>
              <a:buClr>
                <a:schemeClr val="lt1"/>
              </a:buClr>
              <a:buSzPts val="3600"/>
              <a:buNone/>
              <a:defRPr sz="3600">
                <a:solidFill>
                  <a:schemeClr val="lt1"/>
                </a:solidFill>
              </a:defRPr>
            </a:lvl5pPr>
            <a:lvl6pPr lvl="5" rtl="0" algn="ctr">
              <a:lnSpc>
                <a:spcPct val="80000"/>
              </a:lnSpc>
              <a:spcBef>
                <a:spcPts val="0"/>
              </a:spcBef>
              <a:spcAft>
                <a:spcPts val="0"/>
              </a:spcAft>
              <a:buClr>
                <a:schemeClr val="lt1"/>
              </a:buClr>
              <a:buSzPts val="3600"/>
              <a:buNone/>
              <a:defRPr sz="3600">
                <a:solidFill>
                  <a:schemeClr val="lt1"/>
                </a:solidFill>
              </a:defRPr>
            </a:lvl6pPr>
            <a:lvl7pPr lvl="6" rtl="0" algn="ctr">
              <a:lnSpc>
                <a:spcPct val="80000"/>
              </a:lnSpc>
              <a:spcBef>
                <a:spcPts val="0"/>
              </a:spcBef>
              <a:spcAft>
                <a:spcPts val="0"/>
              </a:spcAft>
              <a:buClr>
                <a:schemeClr val="lt1"/>
              </a:buClr>
              <a:buSzPts val="3600"/>
              <a:buNone/>
              <a:defRPr sz="3600">
                <a:solidFill>
                  <a:schemeClr val="lt1"/>
                </a:solidFill>
              </a:defRPr>
            </a:lvl7pPr>
            <a:lvl8pPr lvl="7" rtl="0" algn="ctr">
              <a:lnSpc>
                <a:spcPct val="80000"/>
              </a:lnSpc>
              <a:spcBef>
                <a:spcPts val="0"/>
              </a:spcBef>
              <a:spcAft>
                <a:spcPts val="0"/>
              </a:spcAft>
              <a:buClr>
                <a:schemeClr val="lt1"/>
              </a:buClr>
              <a:buSzPts val="3600"/>
              <a:buNone/>
              <a:defRPr sz="3600">
                <a:solidFill>
                  <a:schemeClr val="lt1"/>
                </a:solidFill>
              </a:defRPr>
            </a:lvl8pPr>
            <a:lvl9pPr lvl="8" rtl="0" algn="ctr">
              <a:lnSpc>
                <a:spcPct val="80000"/>
              </a:lnSpc>
              <a:spcBef>
                <a:spcPts val="0"/>
              </a:spcBef>
              <a:spcAft>
                <a:spcPts val="0"/>
              </a:spcAft>
              <a:buClr>
                <a:schemeClr val="lt1"/>
              </a:buClr>
              <a:buSzPts val="3600"/>
              <a:buNone/>
              <a:defRPr sz="3600">
                <a:solidFill>
                  <a:schemeClr val="lt1"/>
                </a:solidFill>
              </a:defRPr>
            </a:lvl9pPr>
          </a:lstStyle>
          <a:p/>
        </p:txBody>
      </p:sp>
      <p:pic>
        <p:nvPicPr>
          <p:cNvPr id="302" name="Google Shape;302;p62"/>
          <p:cNvPicPr preferRelativeResize="0"/>
          <p:nvPr/>
        </p:nvPicPr>
        <p:blipFill>
          <a:blip r:embed="rId2">
            <a:alphaModFix/>
          </a:blip>
          <a:stretch>
            <a:fillRect/>
          </a:stretch>
        </p:blipFill>
        <p:spPr>
          <a:xfrm>
            <a:off x="5347151" y="1319918"/>
            <a:ext cx="3922575" cy="3922575"/>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light)">
  <p:cSld name="SECTION_HEADER_2_1_1_2">
    <p:bg>
      <p:bgPr>
        <a:solidFill>
          <a:schemeClr val="lt1"/>
        </a:solidFill>
      </p:bgPr>
    </p:bg>
    <p:spTree>
      <p:nvGrpSpPr>
        <p:cNvPr id="303" name="Shape 303"/>
        <p:cNvGrpSpPr/>
        <p:nvPr/>
      </p:nvGrpSpPr>
      <p:grpSpPr>
        <a:xfrm>
          <a:off x="0" y="0"/>
          <a:ext cx="0" cy="0"/>
          <a:chOff x="0" y="0"/>
          <a:chExt cx="0" cy="0"/>
        </a:xfrm>
      </p:grpSpPr>
      <p:sp>
        <p:nvSpPr>
          <p:cNvPr id="304" name="Google Shape;304;p63"/>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305" name="Google Shape;305;p63"/>
          <p:cNvPicPr preferRelativeResize="0"/>
          <p:nvPr/>
        </p:nvPicPr>
        <p:blipFill rotWithShape="1">
          <a:blip r:embed="rId2">
            <a:alphaModFix/>
          </a:blip>
          <a:srcRect b="0" l="100" r="100" t="0"/>
          <a:stretch/>
        </p:blipFill>
        <p:spPr>
          <a:xfrm>
            <a:off x="5347151" y="1319918"/>
            <a:ext cx="3922575" cy="3922574"/>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p:cSld name="SECTION_HEADER_2_1_1_1_1">
    <p:bg>
      <p:bgPr>
        <a:solidFill>
          <a:srgbClr val="292929"/>
        </a:solidFill>
      </p:bgPr>
    </p:bg>
    <p:spTree>
      <p:nvGrpSpPr>
        <p:cNvPr id="306" name="Shape 306"/>
        <p:cNvGrpSpPr/>
        <p:nvPr/>
      </p:nvGrpSpPr>
      <p:grpSpPr>
        <a:xfrm>
          <a:off x="0" y="0"/>
          <a:ext cx="0" cy="0"/>
          <a:chOff x="0" y="0"/>
          <a:chExt cx="0" cy="0"/>
        </a:xfrm>
      </p:grpSpPr>
      <p:sp>
        <p:nvSpPr>
          <p:cNvPr id="307" name="Google Shape;307;p64"/>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Clr>
                <a:schemeClr val="lt1"/>
              </a:buClr>
              <a:buSzPts val="3600"/>
              <a:buNone/>
              <a:defRPr sz="3600">
                <a:solidFill>
                  <a:schemeClr val="lt1"/>
                </a:solidFill>
              </a:defRPr>
            </a:lvl2pPr>
            <a:lvl3pPr lvl="2" rtl="0" algn="ctr">
              <a:lnSpc>
                <a:spcPct val="80000"/>
              </a:lnSpc>
              <a:spcBef>
                <a:spcPts val="0"/>
              </a:spcBef>
              <a:spcAft>
                <a:spcPts val="0"/>
              </a:spcAft>
              <a:buClr>
                <a:schemeClr val="lt1"/>
              </a:buClr>
              <a:buSzPts val="3600"/>
              <a:buNone/>
              <a:defRPr sz="3600">
                <a:solidFill>
                  <a:schemeClr val="lt1"/>
                </a:solidFill>
              </a:defRPr>
            </a:lvl3pPr>
            <a:lvl4pPr lvl="3" rtl="0" algn="ctr">
              <a:lnSpc>
                <a:spcPct val="80000"/>
              </a:lnSpc>
              <a:spcBef>
                <a:spcPts val="0"/>
              </a:spcBef>
              <a:spcAft>
                <a:spcPts val="0"/>
              </a:spcAft>
              <a:buClr>
                <a:schemeClr val="lt1"/>
              </a:buClr>
              <a:buSzPts val="3600"/>
              <a:buNone/>
              <a:defRPr sz="3600">
                <a:solidFill>
                  <a:schemeClr val="lt1"/>
                </a:solidFill>
              </a:defRPr>
            </a:lvl4pPr>
            <a:lvl5pPr lvl="4" rtl="0" algn="ctr">
              <a:lnSpc>
                <a:spcPct val="80000"/>
              </a:lnSpc>
              <a:spcBef>
                <a:spcPts val="0"/>
              </a:spcBef>
              <a:spcAft>
                <a:spcPts val="0"/>
              </a:spcAft>
              <a:buClr>
                <a:schemeClr val="lt1"/>
              </a:buClr>
              <a:buSzPts val="3600"/>
              <a:buNone/>
              <a:defRPr sz="3600">
                <a:solidFill>
                  <a:schemeClr val="lt1"/>
                </a:solidFill>
              </a:defRPr>
            </a:lvl5pPr>
            <a:lvl6pPr lvl="5" rtl="0" algn="ctr">
              <a:lnSpc>
                <a:spcPct val="80000"/>
              </a:lnSpc>
              <a:spcBef>
                <a:spcPts val="0"/>
              </a:spcBef>
              <a:spcAft>
                <a:spcPts val="0"/>
              </a:spcAft>
              <a:buClr>
                <a:schemeClr val="lt1"/>
              </a:buClr>
              <a:buSzPts val="3600"/>
              <a:buNone/>
              <a:defRPr sz="3600">
                <a:solidFill>
                  <a:schemeClr val="lt1"/>
                </a:solidFill>
              </a:defRPr>
            </a:lvl6pPr>
            <a:lvl7pPr lvl="6" rtl="0" algn="ctr">
              <a:lnSpc>
                <a:spcPct val="80000"/>
              </a:lnSpc>
              <a:spcBef>
                <a:spcPts val="0"/>
              </a:spcBef>
              <a:spcAft>
                <a:spcPts val="0"/>
              </a:spcAft>
              <a:buClr>
                <a:schemeClr val="lt1"/>
              </a:buClr>
              <a:buSzPts val="3600"/>
              <a:buNone/>
              <a:defRPr sz="3600">
                <a:solidFill>
                  <a:schemeClr val="lt1"/>
                </a:solidFill>
              </a:defRPr>
            </a:lvl7pPr>
            <a:lvl8pPr lvl="7" rtl="0" algn="ctr">
              <a:lnSpc>
                <a:spcPct val="80000"/>
              </a:lnSpc>
              <a:spcBef>
                <a:spcPts val="0"/>
              </a:spcBef>
              <a:spcAft>
                <a:spcPts val="0"/>
              </a:spcAft>
              <a:buClr>
                <a:schemeClr val="lt1"/>
              </a:buClr>
              <a:buSzPts val="3600"/>
              <a:buNone/>
              <a:defRPr sz="3600">
                <a:solidFill>
                  <a:schemeClr val="lt1"/>
                </a:solidFill>
              </a:defRPr>
            </a:lvl8pPr>
            <a:lvl9pPr lvl="8" rtl="0" algn="ctr">
              <a:lnSpc>
                <a:spcPct val="80000"/>
              </a:lnSpc>
              <a:spcBef>
                <a:spcPts val="0"/>
              </a:spcBef>
              <a:spcAft>
                <a:spcPts val="0"/>
              </a:spcAft>
              <a:buClr>
                <a:schemeClr val="lt1"/>
              </a:buClr>
              <a:buSzPts val="3600"/>
              <a:buNone/>
              <a:defRPr sz="3600">
                <a:solidFill>
                  <a:schemeClr val="lt1"/>
                </a:solidFill>
              </a:defRPr>
            </a:lvl9pPr>
          </a:lstStyle>
          <a:p/>
        </p:txBody>
      </p:sp>
      <p:pic>
        <p:nvPicPr>
          <p:cNvPr id="308" name="Google Shape;308;p64"/>
          <p:cNvPicPr preferRelativeResize="0"/>
          <p:nvPr/>
        </p:nvPicPr>
        <p:blipFill rotWithShape="1">
          <a:blip r:embed="rId2">
            <a:alphaModFix/>
          </a:blip>
          <a:srcRect b="0" l="100" r="100" t="0"/>
          <a:stretch/>
        </p:blipFill>
        <p:spPr>
          <a:xfrm>
            <a:off x="5347151" y="1319918"/>
            <a:ext cx="3922575" cy="3922574"/>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light) 1">
  <p:cSld name="SECTION_HEADER_2_1_1_2_1">
    <p:bg>
      <p:bgPr>
        <a:solidFill>
          <a:schemeClr val="lt1"/>
        </a:solidFill>
      </p:bgPr>
    </p:bg>
    <p:spTree>
      <p:nvGrpSpPr>
        <p:cNvPr id="309" name="Shape 309"/>
        <p:cNvGrpSpPr/>
        <p:nvPr/>
      </p:nvGrpSpPr>
      <p:grpSpPr>
        <a:xfrm>
          <a:off x="0" y="0"/>
          <a:ext cx="0" cy="0"/>
          <a:chOff x="0" y="0"/>
          <a:chExt cx="0" cy="0"/>
        </a:xfrm>
      </p:grpSpPr>
      <p:sp>
        <p:nvSpPr>
          <p:cNvPr id="310" name="Google Shape;310;p65"/>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311" name="Google Shape;311;p65"/>
          <p:cNvPicPr preferRelativeResize="0"/>
          <p:nvPr/>
        </p:nvPicPr>
        <p:blipFill>
          <a:blip r:embed="rId2">
            <a:alphaModFix/>
          </a:blip>
          <a:stretch>
            <a:fillRect/>
          </a:stretch>
        </p:blipFill>
        <p:spPr>
          <a:xfrm>
            <a:off x="5347151" y="1268822"/>
            <a:ext cx="3922575" cy="4024767"/>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1">
  <p:cSld name="SECTION_HEADER_2_1_1_1_1_1">
    <p:bg>
      <p:bgPr>
        <a:solidFill>
          <a:srgbClr val="292929"/>
        </a:solidFill>
      </p:bgPr>
    </p:bg>
    <p:spTree>
      <p:nvGrpSpPr>
        <p:cNvPr id="312" name="Shape 312"/>
        <p:cNvGrpSpPr/>
        <p:nvPr/>
      </p:nvGrpSpPr>
      <p:grpSpPr>
        <a:xfrm>
          <a:off x="0" y="0"/>
          <a:ext cx="0" cy="0"/>
          <a:chOff x="0" y="0"/>
          <a:chExt cx="0" cy="0"/>
        </a:xfrm>
      </p:grpSpPr>
      <p:sp>
        <p:nvSpPr>
          <p:cNvPr id="313" name="Google Shape;313;p66"/>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Clr>
                <a:schemeClr val="lt1"/>
              </a:buClr>
              <a:buSzPts val="3600"/>
              <a:buNone/>
              <a:defRPr sz="3600">
                <a:solidFill>
                  <a:schemeClr val="lt1"/>
                </a:solidFill>
              </a:defRPr>
            </a:lvl2pPr>
            <a:lvl3pPr lvl="2" rtl="0" algn="ctr">
              <a:lnSpc>
                <a:spcPct val="80000"/>
              </a:lnSpc>
              <a:spcBef>
                <a:spcPts val="0"/>
              </a:spcBef>
              <a:spcAft>
                <a:spcPts val="0"/>
              </a:spcAft>
              <a:buClr>
                <a:schemeClr val="lt1"/>
              </a:buClr>
              <a:buSzPts val="3600"/>
              <a:buNone/>
              <a:defRPr sz="3600">
                <a:solidFill>
                  <a:schemeClr val="lt1"/>
                </a:solidFill>
              </a:defRPr>
            </a:lvl3pPr>
            <a:lvl4pPr lvl="3" rtl="0" algn="ctr">
              <a:lnSpc>
                <a:spcPct val="80000"/>
              </a:lnSpc>
              <a:spcBef>
                <a:spcPts val="0"/>
              </a:spcBef>
              <a:spcAft>
                <a:spcPts val="0"/>
              </a:spcAft>
              <a:buClr>
                <a:schemeClr val="lt1"/>
              </a:buClr>
              <a:buSzPts val="3600"/>
              <a:buNone/>
              <a:defRPr sz="3600">
                <a:solidFill>
                  <a:schemeClr val="lt1"/>
                </a:solidFill>
              </a:defRPr>
            </a:lvl4pPr>
            <a:lvl5pPr lvl="4" rtl="0" algn="ctr">
              <a:lnSpc>
                <a:spcPct val="80000"/>
              </a:lnSpc>
              <a:spcBef>
                <a:spcPts val="0"/>
              </a:spcBef>
              <a:spcAft>
                <a:spcPts val="0"/>
              </a:spcAft>
              <a:buClr>
                <a:schemeClr val="lt1"/>
              </a:buClr>
              <a:buSzPts val="3600"/>
              <a:buNone/>
              <a:defRPr sz="3600">
                <a:solidFill>
                  <a:schemeClr val="lt1"/>
                </a:solidFill>
              </a:defRPr>
            </a:lvl5pPr>
            <a:lvl6pPr lvl="5" rtl="0" algn="ctr">
              <a:lnSpc>
                <a:spcPct val="80000"/>
              </a:lnSpc>
              <a:spcBef>
                <a:spcPts val="0"/>
              </a:spcBef>
              <a:spcAft>
                <a:spcPts val="0"/>
              </a:spcAft>
              <a:buClr>
                <a:schemeClr val="lt1"/>
              </a:buClr>
              <a:buSzPts val="3600"/>
              <a:buNone/>
              <a:defRPr sz="3600">
                <a:solidFill>
                  <a:schemeClr val="lt1"/>
                </a:solidFill>
              </a:defRPr>
            </a:lvl6pPr>
            <a:lvl7pPr lvl="6" rtl="0" algn="ctr">
              <a:lnSpc>
                <a:spcPct val="80000"/>
              </a:lnSpc>
              <a:spcBef>
                <a:spcPts val="0"/>
              </a:spcBef>
              <a:spcAft>
                <a:spcPts val="0"/>
              </a:spcAft>
              <a:buClr>
                <a:schemeClr val="lt1"/>
              </a:buClr>
              <a:buSzPts val="3600"/>
              <a:buNone/>
              <a:defRPr sz="3600">
                <a:solidFill>
                  <a:schemeClr val="lt1"/>
                </a:solidFill>
              </a:defRPr>
            </a:lvl7pPr>
            <a:lvl8pPr lvl="7" rtl="0" algn="ctr">
              <a:lnSpc>
                <a:spcPct val="80000"/>
              </a:lnSpc>
              <a:spcBef>
                <a:spcPts val="0"/>
              </a:spcBef>
              <a:spcAft>
                <a:spcPts val="0"/>
              </a:spcAft>
              <a:buClr>
                <a:schemeClr val="lt1"/>
              </a:buClr>
              <a:buSzPts val="3600"/>
              <a:buNone/>
              <a:defRPr sz="3600">
                <a:solidFill>
                  <a:schemeClr val="lt1"/>
                </a:solidFill>
              </a:defRPr>
            </a:lvl8pPr>
            <a:lvl9pPr lvl="8" rtl="0" algn="ctr">
              <a:lnSpc>
                <a:spcPct val="80000"/>
              </a:lnSpc>
              <a:spcBef>
                <a:spcPts val="0"/>
              </a:spcBef>
              <a:spcAft>
                <a:spcPts val="0"/>
              </a:spcAft>
              <a:buClr>
                <a:schemeClr val="lt1"/>
              </a:buClr>
              <a:buSzPts val="3600"/>
              <a:buNone/>
              <a:defRPr sz="3600">
                <a:solidFill>
                  <a:schemeClr val="lt1"/>
                </a:solidFill>
              </a:defRPr>
            </a:lvl9pPr>
          </a:lstStyle>
          <a:p/>
        </p:txBody>
      </p:sp>
      <p:pic>
        <p:nvPicPr>
          <p:cNvPr id="314" name="Google Shape;314;p66"/>
          <p:cNvPicPr preferRelativeResize="0"/>
          <p:nvPr/>
        </p:nvPicPr>
        <p:blipFill>
          <a:blip r:embed="rId2">
            <a:alphaModFix/>
          </a:blip>
          <a:stretch>
            <a:fillRect/>
          </a:stretch>
        </p:blipFill>
        <p:spPr>
          <a:xfrm>
            <a:off x="5347151" y="1268822"/>
            <a:ext cx="3922575" cy="4024767"/>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light) 1 1">
  <p:cSld name="SECTION_HEADER_2_1_1_2_1_1">
    <p:bg>
      <p:bgPr>
        <a:solidFill>
          <a:schemeClr val="lt1"/>
        </a:solidFill>
      </p:bgPr>
    </p:bg>
    <p:spTree>
      <p:nvGrpSpPr>
        <p:cNvPr id="315" name="Shape 315"/>
        <p:cNvGrpSpPr/>
        <p:nvPr/>
      </p:nvGrpSpPr>
      <p:grpSpPr>
        <a:xfrm>
          <a:off x="0" y="0"/>
          <a:ext cx="0" cy="0"/>
          <a:chOff x="0" y="0"/>
          <a:chExt cx="0" cy="0"/>
        </a:xfrm>
      </p:grpSpPr>
      <p:sp>
        <p:nvSpPr>
          <p:cNvPr id="316" name="Google Shape;316;p67"/>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317" name="Google Shape;317;p67"/>
          <p:cNvPicPr preferRelativeResize="0"/>
          <p:nvPr/>
        </p:nvPicPr>
        <p:blipFill>
          <a:blip r:embed="rId2">
            <a:alphaModFix/>
          </a:blip>
          <a:stretch>
            <a:fillRect/>
          </a:stretch>
        </p:blipFill>
        <p:spPr>
          <a:xfrm>
            <a:off x="5423515" y="1337423"/>
            <a:ext cx="5099609" cy="3922776"/>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1 1">
  <p:cSld name="SECTION_HEADER_2_1_1_1_1_1_1">
    <p:bg>
      <p:bgPr>
        <a:solidFill>
          <a:srgbClr val="292929"/>
        </a:solidFill>
      </p:bgPr>
    </p:bg>
    <p:spTree>
      <p:nvGrpSpPr>
        <p:cNvPr id="318" name="Shape 318"/>
        <p:cNvGrpSpPr/>
        <p:nvPr/>
      </p:nvGrpSpPr>
      <p:grpSpPr>
        <a:xfrm>
          <a:off x="0" y="0"/>
          <a:ext cx="0" cy="0"/>
          <a:chOff x="0" y="0"/>
          <a:chExt cx="0" cy="0"/>
        </a:xfrm>
      </p:grpSpPr>
      <p:sp>
        <p:nvSpPr>
          <p:cNvPr id="319" name="Google Shape;319;p68"/>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Clr>
                <a:schemeClr val="lt1"/>
              </a:buClr>
              <a:buSzPts val="3600"/>
              <a:buNone/>
              <a:defRPr sz="3600">
                <a:solidFill>
                  <a:schemeClr val="lt1"/>
                </a:solidFill>
              </a:defRPr>
            </a:lvl2pPr>
            <a:lvl3pPr lvl="2" rtl="0" algn="ctr">
              <a:lnSpc>
                <a:spcPct val="80000"/>
              </a:lnSpc>
              <a:spcBef>
                <a:spcPts val="0"/>
              </a:spcBef>
              <a:spcAft>
                <a:spcPts val="0"/>
              </a:spcAft>
              <a:buClr>
                <a:schemeClr val="lt1"/>
              </a:buClr>
              <a:buSzPts val="3600"/>
              <a:buNone/>
              <a:defRPr sz="3600">
                <a:solidFill>
                  <a:schemeClr val="lt1"/>
                </a:solidFill>
              </a:defRPr>
            </a:lvl3pPr>
            <a:lvl4pPr lvl="3" rtl="0" algn="ctr">
              <a:lnSpc>
                <a:spcPct val="80000"/>
              </a:lnSpc>
              <a:spcBef>
                <a:spcPts val="0"/>
              </a:spcBef>
              <a:spcAft>
                <a:spcPts val="0"/>
              </a:spcAft>
              <a:buClr>
                <a:schemeClr val="lt1"/>
              </a:buClr>
              <a:buSzPts val="3600"/>
              <a:buNone/>
              <a:defRPr sz="3600">
                <a:solidFill>
                  <a:schemeClr val="lt1"/>
                </a:solidFill>
              </a:defRPr>
            </a:lvl4pPr>
            <a:lvl5pPr lvl="4" rtl="0" algn="ctr">
              <a:lnSpc>
                <a:spcPct val="80000"/>
              </a:lnSpc>
              <a:spcBef>
                <a:spcPts val="0"/>
              </a:spcBef>
              <a:spcAft>
                <a:spcPts val="0"/>
              </a:spcAft>
              <a:buClr>
                <a:schemeClr val="lt1"/>
              </a:buClr>
              <a:buSzPts val="3600"/>
              <a:buNone/>
              <a:defRPr sz="3600">
                <a:solidFill>
                  <a:schemeClr val="lt1"/>
                </a:solidFill>
              </a:defRPr>
            </a:lvl5pPr>
            <a:lvl6pPr lvl="5" rtl="0" algn="ctr">
              <a:lnSpc>
                <a:spcPct val="80000"/>
              </a:lnSpc>
              <a:spcBef>
                <a:spcPts val="0"/>
              </a:spcBef>
              <a:spcAft>
                <a:spcPts val="0"/>
              </a:spcAft>
              <a:buClr>
                <a:schemeClr val="lt1"/>
              </a:buClr>
              <a:buSzPts val="3600"/>
              <a:buNone/>
              <a:defRPr sz="3600">
                <a:solidFill>
                  <a:schemeClr val="lt1"/>
                </a:solidFill>
              </a:defRPr>
            </a:lvl6pPr>
            <a:lvl7pPr lvl="6" rtl="0" algn="ctr">
              <a:lnSpc>
                <a:spcPct val="80000"/>
              </a:lnSpc>
              <a:spcBef>
                <a:spcPts val="0"/>
              </a:spcBef>
              <a:spcAft>
                <a:spcPts val="0"/>
              </a:spcAft>
              <a:buClr>
                <a:schemeClr val="lt1"/>
              </a:buClr>
              <a:buSzPts val="3600"/>
              <a:buNone/>
              <a:defRPr sz="3600">
                <a:solidFill>
                  <a:schemeClr val="lt1"/>
                </a:solidFill>
              </a:defRPr>
            </a:lvl7pPr>
            <a:lvl8pPr lvl="7" rtl="0" algn="ctr">
              <a:lnSpc>
                <a:spcPct val="80000"/>
              </a:lnSpc>
              <a:spcBef>
                <a:spcPts val="0"/>
              </a:spcBef>
              <a:spcAft>
                <a:spcPts val="0"/>
              </a:spcAft>
              <a:buClr>
                <a:schemeClr val="lt1"/>
              </a:buClr>
              <a:buSzPts val="3600"/>
              <a:buNone/>
              <a:defRPr sz="3600">
                <a:solidFill>
                  <a:schemeClr val="lt1"/>
                </a:solidFill>
              </a:defRPr>
            </a:lvl8pPr>
            <a:lvl9pPr lvl="8" rtl="0" algn="ctr">
              <a:lnSpc>
                <a:spcPct val="80000"/>
              </a:lnSpc>
              <a:spcBef>
                <a:spcPts val="0"/>
              </a:spcBef>
              <a:spcAft>
                <a:spcPts val="0"/>
              </a:spcAft>
              <a:buClr>
                <a:schemeClr val="lt1"/>
              </a:buClr>
              <a:buSzPts val="3600"/>
              <a:buNone/>
              <a:defRPr sz="3600">
                <a:solidFill>
                  <a:schemeClr val="lt1"/>
                </a:solidFill>
              </a:defRPr>
            </a:lvl9pPr>
          </a:lstStyle>
          <a:p/>
        </p:txBody>
      </p:sp>
      <p:pic>
        <p:nvPicPr>
          <p:cNvPr id="320" name="Google Shape;320;p68"/>
          <p:cNvPicPr preferRelativeResize="0"/>
          <p:nvPr/>
        </p:nvPicPr>
        <p:blipFill>
          <a:blip r:embed="rId2">
            <a:alphaModFix/>
          </a:blip>
          <a:stretch>
            <a:fillRect/>
          </a:stretch>
        </p:blipFill>
        <p:spPr>
          <a:xfrm>
            <a:off x="5423515" y="1337423"/>
            <a:ext cx="5099609" cy="3922776"/>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light) 1 1 1">
  <p:cSld name="SECTION_HEADER_2_1_1_2_1_1_1">
    <p:bg>
      <p:bgPr>
        <a:solidFill>
          <a:schemeClr val="lt1"/>
        </a:solidFill>
      </p:bgPr>
    </p:bg>
    <p:spTree>
      <p:nvGrpSpPr>
        <p:cNvPr id="321" name="Shape 321"/>
        <p:cNvGrpSpPr/>
        <p:nvPr/>
      </p:nvGrpSpPr>
      <p:grpSpPr>
        <a:xfrm>
          <a:off x="0" y="0"/>
          <a:ext cx="0" cy="0"/>
          <a:chOff x="0" y="0"/>
          <a:chExt cx="0" cy="0"/>
        </a:xfrm>
      </p:grpSpPr>
      <p:sp>
        <p:nvSpPr>
          <p:cNvPr id="322" name="Google Shape;322;p69"/>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323" name="Google Shape;323;p69"/>
          <p:cNvPicPr preferRelativeResize="0"/>
          <p:nvPr/>
        </p:nvPicPr>
        <p:blipFill>
          <a:blip r:embed="rId2">
            <a:alphaModFix/>
          </a:blip>
          <a:stretch>
            <a:fillRect/>
          </a:stretch>
        </p:blipFill>
        <p:spPr>
          <a:xfrm>
            <a:off x="5347151" y="1327534"/>
            <a:ext cx="3922575" cy="3907341"/>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1 1 1">
  <p:cSld name="SECTION_HEADER_2_1_1_1_1_1_1_1">
    <p:bg>
      <p:bgPr>
        <a:solidFill>
          <a:srgbClr val="292929"/>
        </a:solidFill>
      </p:bgPr>
    </p:bg>
    <p:spTree>
      <p:nvGrpSpPr>
        <p:cNvPr id="324" name="Shape 324"/>
        <p:cNvGrpSpPr/>
        <p:nvPr/>
      </p:nvGrpSpPr>
      <p:grpSpPr>
        <a:xfrm>
          <a:off x="0" y="0"/>
          <a:ext cx="0" cy="0"/>
          <a:chOff x="0" y="0"/>
          <a:chExt cx="0" cy="0"/>
        </a:xfrm>
      </p:grpSpPr>
      <p:sp>
        <p:nvSpPr>
          <p:cNvPr id="325" name="Google Shape;325;p70"/>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Clr>
                <a:schemeClr val="lt1"/>
              </a:buClr>
              <a:buSzPts val="3600"/>
              <a:buNone/>
              <a:defRPr sz="3600">
                <a:solidFill>
                  <a:schemeClr val="lt1"/>
                </a:solidFill>
              </a:defRPr>
            </a:lvl2pPr>
            <a:lvl3pPr lvl="2" rtl="0" algn="ctr">
              <a:lnSpc>
                <a:spcPct val="80000"/>
              </a:lnSpc>
              <a:spcBef>
                <a:spcPts val="0"/>
              </a:spcBef>
              <a:spcAft>
                <a:spcPts val="0"/>
              </a:spcAft>
              <a:buClr>
                <a:schemeClr val="lt1"/>
              </a:buClr>
              <a:buSzPts val="3600"/>
              <a:buNone/>
              <a:defRPr sz="3600">
                <a:solidFill>
                  <a:schemeClr val="lt1"/>
                </a:solidFill>
              </a:defRPr>
            </a:lvl3pPr>
            <a:lvl4pPr lvl="3" rtl="0" algn="ctr">
              <a:lnSpc>
                <a:spcPct val="80000"/>
              </a:lnSpc>
              <a:spcBef>
                <a:spcPts val="0"/>
              </a:spcBef>
              <a:spcAft>
                <a:spcPts val="0"/>
              </a:spcAft>
              <a:buClr>
                <a:schemeClr val="lt1"/>
              </a:buClr>
              <a:buSzPts val="3600"/>
              <a:buNone/>
              <a:defRPr sz="3600">
                <a:solidFill>
                  <a:schemeClr val="lt1"/>
                </a:solidFill>
              </a:defRPr>
            </a:lvl4pPr>
            <a:lvl5pPr lvl="4" rtl="0" algn="ctr">
              <a:lnSpc>
                <a:spcPct val="80000"/>
              </a:lnSpc>
              <a:spcBef>
                <a:spcPts val="0"/>
              </a:spcBef>
              <a:spcAft>
                <a:spcPts val="0"/>
              </a:spcAft>
              <a:buClr>
                <a:schemeClr val="lt1"/>
              </a:buClr>
              <a:buSzPts val="3600"/>
              <a:buNone/>
              <a:defRPr sz="3600">
                <a:solidFill>
                  <a:schemeClr val="lt1"/>
                </a:solidFill>
              </a:defRPr>
            </a:lvl5pPr>
            <a:lvl6pPr lvl="5" rtl="0" algn="ctr">
              <a:lnSpc>
                <a:spcPct val="80000"/>
              </a:lnSpc>
              <a:spcBef>
                <a:spcPts val="0"/>
              </a:spcBef>
              <a:spcAft>
                <a:spcPts val="0"/>
              </a:spcAft>
              <a:buClr>
                <a:schemeClr val="lt1"/>
              </a:buClr>
              <a:buSzPts val="3600"/>
              <a:buNone/>
              <a:defRPr sz="3600">
                <a:solidFill>
                  <a:schemeClr val="lt1"/>
                </a:solidFill>
              </a:defRPr>
            </a:lvl6pPr>
            <a:lvl7pPr lvl="6" rtl="0" algn="ctr">
              <a:lnSpc>
                <a:spcPct val="80000"/>
              </a:lnSpc>
              <a:spcBef>
                <a:spcPts val="0"/>
              </a:spcBef>
              <a:spcAft>
                <a:spcPts val="0"/>
              </a:spcAft>
              <a:buClr>
                <a:schemeClr val="lt1"/>
              </a:buClr>
              <a:buSzPts val="3600"/>
              <a:buNone/>
              <a:defRPr sz="3600">
                <a:solidFill>
                  <a:schemeClr val="lt1"/>
                </a:solidFill>
              </a:defRPr>
            </a:lvl7pPr>
            <a:lvl8pPr lvl="7" rtl="0" algn="ctr">
              <a:lnSpc>
                <a:spcPct val="80000"/>
              </a:lnSpc>
              <a:spcBef>
                <a:spcPts val="0"/>
              </a:spcBef>
              <a:spcAft>
                <a:spcPts val="0"/>
              </a:spcAft>
              <a:buClr>
                <a:schemeClr val="lt1"/>
              </a:buClr>
              <a:buSzPts val="3600"/>
              <a:buNone/>
              <a:defRPr sz="3600">
                <a:solidFill>
                  <a:schemeClr val="lt1"/>
                </a:solidFill>
              </a:defRPr>
            </a:lvl8pPr>
            <a:lvl9pPr lvl="8" rtl="0" algn="ctr">
              <a:lnSpc>
                <a:spcPct val="80000"/>
              </a:lnSpc>
              <a:spcBef>
                <a:spcPts val="0"/>
              </a:spcBef>
              <a:spcAft>
                <a:spcPts val="0"/>
              </a:spcAft>
              <a:buClr>
                <a:schemeClr val="lt1"/>
              </a:buClr>
              <a:buSzPts val="3600"/>
              <a:buNone/>
              <a:defRPr sz="3600">
                <a:solidFill>
                  <a:schemeClr val="lt1"/>
                </a:solidFill>
              </a:defRPr>
            </a:lvl9pPr>
          </a:lstStyle>
          <a:p/>
        </p:txBody>
      </p:sp>
      <p:pic>
        <p:nvPicPr>
          <p:cNvPr id="326" name="Google Shape;326;p70"/>
          <p:cNvPicPr preferRelativeResize="0"/>
          <p:nvPr/>
        </p:nvPicPr>
        <p:blipFill>
          <a:blip r:embed="rId2">
            <a:alphaModFix/>
          </a:blip>
          <a:stretch>
            <a:fillRect/>
          </a:stretch>
        </p:blipFill>
        <p:spPr>
          <a:xfrm>
            <a:off x="5347151" y="1327534"/>
            <a:ext cx="3922575" cy="3907341"/>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_light" type="tx">
  <p:cSld name="TITLE_AND_BODY">
    <p:spTree>
      <p:nvGrpSpPr>
        <p:cNvPr id="327" name="Shape 327"/>
        <p:cNvGrpSpPr/>
        <p:nvPr/>
      </p:nvGrpSpPr>
      <p:grpSpPr>
        <a:xfrm>
          <a:off x="0" y="0"/>
          <a:ext cx="0" cy="0"/>
          <a:chOff x="0" y="0"/>
          <a:chExt cx="0" cy="0"/>
        </a:xfrm>
      </p:grpSpPr>
      <p:sp>
        <p:nvSpPr>
          <p:cNvPr id="328" name="Google Shape;328;p71"/>
          <p:cNvSpPr/>
          <p:nvPr>
            <p:ph idx="2" type="pic"/>
          </p:nvPr>
        </p:nvSpPr>
        <p:spPr>
          <a:xfrm>
            <a:off x="4730589" y="354450"/>
            <a:ext cx="4101600" cy="4105800"/>
          </a:xfrm>
          <a:prstGeom prst="rect">
            <a:avLst/>
          </a:prstGeom>
          <a:solidFill>
            <a:srgbClr val="F8F8F8"/>
          </a:solidFill>
          <a:ln>
            <a:noFill/>
          </a:ln>
        </p:spPr>
      </p:sp>
      <p:sp>
        <p:nvSpPr>
          <p:cNvPr id="329" name="Google Shape;329;p71"/>
          <p:cNvSpPr txBox="1"/>
          <p:nvPr>
            <p:ph type="title"/>
          </p:nvPr>
        </p:nvSpPr>
        <p:spPr>
          <a:xfrm>
            <a:off x="311700" y="457200"/>
            <a:ext cx="402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330" name="Google Shape;330;p71"/>
          <p:cNvSpPr txBox="1"/>
          <p:nvPr>
            <p:ph idx="1" type="body"/>
          </p:nvPr>
        </p:nvSpPr>
        <p:spPr>
          <a:xfrm>
            <a:off x="311700" y="1174075"/>
            <a:ext cx="4024800" cy="3283500"/>
          </a:xfrm>
          <a:prstGeom prst="rect">
            <a:avLst/>
          </a:prstGeom>
        </p:spPr>
        <p:txBody>
          <a:bodyPr anchorCtr="0" anchor="b"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pic>
        <p:nvPicPr>
          <p:cNvPr id="331" name="Google Shape;331;p71"/>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extLst>
    <p:ext uri="{DCECCB84-F9BA-43D5-87BE-67443E8EF086}">
      <p15:sldGuideLst>
        <p15:guide id="1" orient="horz" pos="2808">
          <p15:clr>
            <a:srgbClr val="E46962"/>
          </p15:clr>
        </p15:guide>
      </p15:sldGuideLst>
    </p:ext>
  </p:extLs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_dark">
  <p:cSld name="TITLE_AND_BODY_1">
    <p:bg>
      <p:bgPr>
        <a:solidFill>
          <a:srgbClr val="292929"/>
        </a:solidFill>
      </p:bgPr>
    </p:bg>
    <p:spTree>
      <p:nvGrpSpPr>
        <p:cNvPr id="332" name="Shape 332"/>
        <p:cNvGrpSpPr/>
        <p:nvPr/>
      </p:nvGrpSpPr>
      <p:grpSpPr>
        <a:xfrm>
          <a:off x="0" y="0"/>
          <a:ext cx="0" cy="0"/>
          <a:chOff x="0" y="0"/>
          <a:chExt cx="0" cy="0"/>
        </a:xfrm>
      </p:grpSpPr>
      <p:sp>
        <p:nvSpPr>
          <p:cNvPr id="333" name="Google Shape;333;p72"/>
          <p:cNvSpPr txBox="1"/>
          <p:nvPr>
            <p:ph type="title"/>
          </p:nvPr>
        </p:nvSpPr>
        <p:spPr>
          <a:xfrm>
            <a:off x="311700" y="457200"/>
            <a:ext cx="40359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500"/>
              <a:buNone/>
              <a:defRPr>
                <a:solidFill>
                  <a:schemeClr val="lt1"/>
                </a:solidFill>
              </a:defRPr>
            </a:lvl1pPr>
            <a:lvl2pPr lvl="1" rtl="0">
              <a:spcBef>
                <a:spcPts val="0"/>
              </a:spcBef>
              <a:spcAft>
                <a:spcPts val="0"/>
              </a:spcAft>
              <a:buClr>
                <a:schemeClr val="lt1"/>
              </a:buClr>
              <a:buSzPts val="2500"/>
              <a:buNone/>
              <a:defRPr>
                <a:solidFill>
                  <a:schemeClr val="lt1"/>
                </a:solidFill>
              </a:defRPr>
            </a:lvl2pPr>
            <a:lvl3pPr lvl="2" rtl="0">
              <a:spcBef>
                <a:spcPts val="0"/>
              </a:spcBef>
              <a:spcAft>
                <a:spcPts val="0"/>
              </a:spcAft>
              <a:buClr>
                <a:schemeClr val="lt1"/>
              </a:buClr>
              <a:buSzPts val="2500"/>
              <a:buNone/>
              <a:defRPr>
                <a:solidFill>
                  <a:schemeClr val="lt1"/>
                </a:solidFill>
              </a:defRPr>
            </a:lvl3pPr>
            <a:lvl4pPr lvl="3" rtl="0">
              <a:spcBef>
                <a:spcPts val="0"/>
              </a:spcBef>
              <a:spcAft>
                <a:spcPts val="0"/>
              </a:spcAft>
              <a:buClr>
                <a:schemeClr val="lt1"/>
              </a:buClr>
              <a:buSzPts val="2500"/>
              <a:buNone/>
              <a:defRPr>
                <a:solidFill>
                  <a:schemeClr val="lt1"/>
                </a:solidFill>
              </a:defRPr>
            </a:lvl4pPr>
            <a:lvl5pPr lvl="4" rtl="0">
              <a:spcBef>
                <a:spcPts val="0"/>
              </a:spcBef>
              <a:spcAft>
                <a:spcPts val="0"/>
              </a:spcAft>
              <a:buClr>
                <a:schemeClr val="lt1"/>
              </a:buClr>
              <a:buSzPts val="2500"/>
              <a:buNone/>
              <a:defRPr>
                <a:solidFill>
                  <a:schemeClr val="lt1"/>
                </a:solidFill>
              </a:defRPr>
            </a:lvl5pPr>
            <a:lvl6pPr lvl="5" rtl="0">
              <a:spcBef>
                <a:spcPts val="0"/>
              </a:spcBef>
              <a:spcAft>
                <a:spcPts val="0"/>
              </a:spcAft>
              <a:buClr>
                <a:schemeClr val="lt1"/>
              </a:buClr>
              <a:buSzPts val="2500"/>
              <a:buNone/>
              <a:defRPr>
                <a:solidFill>
                  <a:schemeClr val="lt1"/>
                </a:solidFill>
              </a:defRPr>
            </a:lvl6pPr>
            <a:lvl7pPr lvl="6" rtl="0">
              <a:spcBef>
                <a:spcPts val="0"/>
              </a:spcBef>
              <a:spcAft>
                <a:spcPts val="0"/>
              </a:spcAft>
              <a:buClr>
                <a:schemeClr val="lt1"/>
              </a:buClr>
              <a:buSzPts val="2500"/>
              <a:buNone/>
              <a:defRPr>
                <a:solidFill>
                  <a:schemeClr val="lt1"/>
                </a:solidFill>
              </a:defRPr>
            </a:lvl7pPr>
            <a:lvl8pPr lvl="7" rtl="0">
              <a:spcBef>
                <a:spcPts val="0"/>
              </a:spcBef>
              <a:spcAft>
                <a:spcPts val="0"/>
              </a:spcAft>
              <a:buClr>
                <a:schemeClr val="lt1"/>
              </a:buClr>
              <a:buSzPts val="2500"/>
              <a:buNone/>
              <a:defRPr>
                <a:solidFill>
                  <a:schemeClr val="lt1"/>
                </a:solidFill>
              </a:defRPr>
            </a:lvl8pPr>
            <a:lvl9pPr lvl="8" rtl="0">
              <a:spcBef>
                <a:spcPts val="0"/>
              </a:spcBef>
              <a:spcAft>
                <a:spcPts val="0"/>
              </a:spcAft>
              <a:buClr>
                <a:schemeClr val="lt1"/>
              </a:buClr>
              <a:buSzPts val="2500"/>
              <a:buNone/>
              <a:defRPr>
                <a:solidFill>
                  <a:schemeClr val="lt1"/>
                </a:solidFill>
              </a:defRPr>
            </a:lvl9pPr>
          </a:lstStyle>
          <a:p/>
        </p:txBody>
      </p:sp>
      <p:sp>
        <p:nvSpPr>
          <p:cNvPr id="334" name="Google Shape;334;p72"/>
          <p:cNvSpPr txBox="1"/>
          <p:nvPr>
            <p:ph idx="1" type="body"/>
          </p:nvPr>
        </p:nvSpPr>
        <p:spPr>
          <a:xfrm>
            <a:off x="311700" y="1174075"/>
            <a:ext cx="4035900" cy="3283500"/>
          </a:xfrm>
          <a:prstGeom prst="rect">
            <a:avLst/>
          </a:prstGeom>
        </p:spPr>
        <p:txBody>
          <a:bodyPr anchorCtr="0" anchor="b" bIns="91425" lIns="91425" spcFirstLastPara="1" rIns="91425" wrap="square" tIns="91425">
            <a:noAutofit/>
          </a:bodyPr>
          <a:lstStyle>
            <a:lvl1pPr indent="-304800" lvl="0" marL="457200" rtl="0">
              <a:spcBef>
                <a:spcPts val="0"/>
              </a:spcBef>
              <a:spcAft>
                <a:spcPts val="0"/>
              </a:spcAft>
              <a:buClr>
                <a:schemeClr val="lt1"/>
              </a:buClr>
              <a:buSzPts val="1200"/>
              <a:buChar char="●"/>
              <a:defRPr>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pic>
        <p:nvPicPr>
          <p:cNvPr id="335" name="Google Shape;335;p72"/>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
        <p:nvSpPr>
          <p:cNvPr id="336" name="Google Shape;336;p72"/>
          <p:cNvSpPr/>
          <p:nvPr>
            <p:ph idx="2" type="pic"/>
          </p:nvPr>
        </p:nvSpPr>
        <p:spPr>
          <a:xfrm>
            <a:off x="4730589" y="354450"/>
            <a:ext cx="4101600" cy="4105800"/>
          </a:xfrm>
          <a:prstGeom prst="rect">
            <a:avLst/>
          </a:prstGeom>
          <a:solidFill>
            <a:srgbClr val="F8F8F8"/>
          </a:solidFill>
          <a:ln>
            <a:noFill/>
          </a:ln>
        </p:spPr>
      </p:sp>
    </p:spTree>
  </p:cSld>
  <p:clrMapOvr>
    <a:masterClrMapping/>
  </p:clrMapOvr>
  <p:extLst>
    <p:ext uri="{DCECCB84-F9BA-43D5-87BE-67443E8EF086}">
      <p15:sldGuideLst>
        <p15:guide id="1" orient="horz" pos="2808">
          <p15:clr>
            <a:srgbClr val="E46962"/>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_light" type="twoColTx">
  <p:cSld name="TITLE_AND_TWO_COLUMNS">
    <p:spTree>
      <p:nvGrpSpPr>
        <p:cNvPr id="337" name="Shape 337"/>
        <p:cNvGrpSpPr/>
        <p:nvPr/>
      </p:nvGrpSpPr>
      <p:grpSpPr>
        <a:xfrm>
          <a:off x="0" y="0"/>
          <a:ext cx="0" cy="0"/>
          <a:chOff x="0" y="0"/>
          <a:chExt cx="0" cy="0"/>
        </a:xfrm>
      </p:grpSpPr>
      <p:sp>
        <p:nvSpPr>
          <p:cNvPr id="338" name="Google Shape;338;p73"/>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339" name="Google Shape;339;p73"/>
          <p:cNvSpPr txBox="1"/>
          <p:nvPr>
            <p:ph idx="1" type="body"/>
          </p:nvPr>
        </p:nvSpPr>
        <p:spPr>
          <a:xfrm>
            <a:off x="311700" y="1152475"/>
            <a:ext cx="3999900" cy="3305100"/>
          </a:xfrm>
          <a:prstGeom prst="rect">
            <a:avLst/>
          </a:prstGeom>
        </p:spPr>
        <p:txBody>
          <a:bodyPr anchorCtr="0" anchor="b"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340" name="Google Shape;340;p73"/>
          <p:cNvSpPr txBox="1"/>
          <p:nvPr>
            <p:ph idx="2" type="body"/>
          </p:nvPr>
        </p:nvSpPr>
        <p:spPr>
          <a:xfrm>
            <a:off x="4832400" y="1152475"/>
            <a:ext cx="3999900" cy="3305100"/>
          </a:xfrm>
          <a:prstGeom prst="rect">
            <a:avLst/>
          </a:prstGeom>
        </p:spPr>
        <p:txBody>
          <a:bodyPr anchorCtr="0" anchor="b"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pic>
        <p:nvPicPr>
          <p:cNvPr id="341" name="Google Shape;341;p73"/>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_dark">
  <p:cSld name="TITLE_AND_TWO_COLUMNS_2">
    <p:bg>
      <p:bgPr>
        <a:solidFill>
          <a:srgbClr val="171717"/>
        </a:solidFill>
      </p:bgPr>
    </p:bg>
    <p:spTree>
      <p:nvGrpSpPr>
        <p:cNvPr id="342" name="Shape 342"/>
        <p:cNvGrpSpPr/>
        <p:nvPr/>
      </p:nvGrpSpPr>
      <p:grpSpPr>
        <a:xfrm>
          <a:off x="0" y="0"/>
          <a:ext cx="0" cy="0"/>
          <a:chOff x="0" y="0"/>
          <a:chExt cx="0" cy="0"/>
        </a:xfrm>
      </p:grpSpPr>
      <p:sp>
        <p:nvSpPr>
          <p:cNvPr id="343" name="Google Shape;343;p74"/>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500"/>
              <a:buNone/>
              <a:defRPr>
                <a:solidFill>
                  <a:schemeClr val="lt1"/>
                </a:solidFill>
              </a:defRPr>
            </a:lvl1pPr>
            <a:lvl2pPr lvl="1" rtl="0">
              <a:spcBef>
                <a:spcPts val="0"/>
              </a:spcBef>
              <a:spcAft>
                <a:spcPts val="0"/>
              </a:spcAft>
              <a:buClr>
                <a:schemeClr val="lt1"/>
              </a:buClr>
              <a:buSzPts val="2500"/>
              <a:buNone/>
              <a:defRPr>
                <a:solidFill>
                  <a:schemeClr val="lt1"/>
                </a:solidFill>
              </a:defRPr>
            </a:lvl2pPr>
            <a:lvl3pPr lvl="2" rtl="0">
              <a:spcBef>
                <a:spcPts val="0"/>
              </a:spcBef>
              <a:spcAft>
                <a:spcPts val="0"/>
              </a:spcAft>
              <a:buClr>
                <a:schemeClr val="lt1"/>
              </a:buClr>
              <a:buSzPts val="2500"/>
              <a:buNone/>
              <a:defRPr>
                <a:solidFill>
                  <a:schemeClr val="lt1"/>
                </a:solidFill>
              </a:defRPr>
            </a:lvl3pPr>
            <a:lvl4pPr lvl="3" rtl="0">
              <a:spcBef>
                <a:spcPts val="0"/>
              </a:spcBef>
              <a:spcAft>
                <a:spcPts val="0"/>
              </a:spcAft>
              <a:buClr>
                <a:schemeClr val="lt1"/>
              </a:buClr>
              <a:buSzPts val="2500"/>
              <a:buNone/>
              <a:defRPr>
                <a:solidFill>
                  <a:schemeClr val="lt1"/>
                </a:solidFill>
              </a:defRPr>
            </a:lvl4pPr>
            <a:lvl5pPr lvl="4" rtl="0">
              <a:spcBef>
                <a:spcPts val="0"/>
              </a:spcBef>
              <a:spcAft>
                <a:spcPts val="0"/>
              </a:spcAft>
              <a:buClr>
                <a:schemeClr val="lt1"/>
              </a:buClr>
              <a:buSzPts val="2500"/>
              <a:buNone/>
              <a:defRPr>
                <a:solidFill>
                  <a:schemeClr val="lt1"/>
                </a:solidFill>
              </a:defRPr>
            </a:lvl5pPr>
            <a:lvl6pPr lvl="5" rtl="0">
              <a:spcBef>
                <a:spcPts val="0"/>
              </a:spcBef>
              <a:spcAft>
                <a:spcPts val="0"/>
              </a:spcAft>
              <a:buClr>
                <a:schemeClr val="lt1"/>
              </a:buClr>
              <a:buSzPts val="2500"/>
              <a:buNone/>
              <a:defRPr>
                <a:solidFill>
                  <a:schemeClr val="lt1"/>
                </a:solidFill>
              </a:defRPr>
            </a:lvl6pPr>
            <a:lvl7pPr lvl="6" rtl="0">
              <a:spcBef>
                <a:spcPts val="0"/>
              </a:spcBef>
              <a:spcAft>
                <a:spcPts val="0"/>
              </a:spcAft>
              <a:buClr>
                <a:schemeClr val="lt1"/>
              </a:buClr>
              <a:buSzPts val="2500"/>
              <a:buNone/>
              <a:defRPr>
                <a:solidFill>
                  <a:schemeClr val="lt1"/>
                </a:solidFill>
              </a:defRPr>
            </a:lvl7pPr>
            <a:lvl8pPr lvl="7" rtl="0">
              <a:spcBef>
                <a:spcPts val="0"/>
              </a:spcBef>
              <a:spcAft>
                <a:spcPts val="0"/>
              </a:spcAft>
              <a:buClr>
                <a:schemeClr val="lt1"/>
              </a:buClr>
              <a:buSzPts val="2500"/>
              <a:buNone/>
              <a:defRPr>
                <a:solidFill>
                  <a:schemeClr val="lt1"/>
                </a:solidFill>
              </a:defRPr>
            </a:lvl8pPr>
            <a:lvl9pPr lvl="8" rtl="0">
              <a:spcBef>
                <a:spcPts val="0"/>
              </a:spcBef>
              <a:spcAft>
                <a:spcPts val="0"/>
              </a:spcAft>
              <a:buClr>
                <a:schemeClr val="lt1"/>
              </a:buClr>
              <a:buSzPts val="2500"/>
              <a:buNone/>
              <a:defRPr>
                <a:solidFill>
                  <a:schemeClr val="lt1"/>
                </a:solidFill>
              </a:defRPr>
            </a:lvl9pPr>
          </a:lstStyle>
          <a:p/>
        </p:txBody>
      </p:sp>
      <p:sp>
        <p:nvSpPr>
          <p:cNvPr id="344" name="Google Shape;344;p74"/>
          <p:cNvSpPr txBox="1"/>
          <p:nvPr>
            <p:ph idx="1" type="body"/>
          </p:nvPr>
        </p:nvSpPr>
        <p:spPr>
          <a:xfrm>
            <a:off x="311700" y="1152475"/>
            <a:ext cx="3999900" cy="3305100"/>
          </a:xfrm>
          <a:prstGeom prst="rect">
            <a:avLst/>
          </a:prstGeom>
        </p:spPr>
        <p:txBody>
          <a:bodyPr anchorCtr="0" anchor="b" bIns="91425" lIns="91425" spcFirstLastPara="1" rIns="91425" wrap="square" tIns="91425">
            <a:noAutofit/>
          </a:bodyPr>
          <a:lstStyle>
            <a:lvl1pPr indent="-311150" lvl="0" marL="457200" rtl="0">
              <a:spcBef>
                <a:spcPts val="0"/>
              </a:spcBef>
              <a:spcAft>
                <a:spcPts val="0"/>
              </a:spcAft>
              <a:buClr>
                <a:schemeClr val="lt1"/>
              </a:buClr>
              <a:buSzPts val="1300"/>
              <a:buChar char="●"/>
              <a:defRPr sz="1300">
                <a:solidFill>
                  <a:schemeClr val="lt1"/>
                </a:solidFill>
              </a:defRPr>
            </a:lvl1pPr>
            <a:lvl2pPr indent="-311150" lvl="1" marL="914400" rtl="0">
              <a:spcBef>
                <a:spcPts val="0"/>
              </a:spcBef>
              <a:spcAft>
                <a:spcPts val="0"/>
              </a:spcAft>
              <a:buClr>
                <a:schemeClr val="lt1"/>
              </a:buClr>
              <a:buSzPts val="1300"/>
              <a:buChar char="○"/>
              <a:defRPr sz="1300">
                <a:solidFill>
                  <a:schemeClr val="lt1"/>
                </a:solidFill>
              </a:defRPr>
            </a:lvl2pPr>
            <a:lvl3pPr indent="-311150" lvl="2" marL="1371600" rtl="0">
              <a:spcBef>
                <a:spcPts val="0"/>
              </a:spcBef>
              <a:spcAft>
                <a:spcPts val="0"/>
              </a:spcAft>
              <a:buClr>
                <a:schemeClr val="lt1"/>
              </a:buClr>
              <a:buSzPts val="1300"/>
              <a:buChar char="■"/>
              <a:defRPr sz="1300">
                <a:solidFill>
                  <a:schemeClr val="lt1"/>
                </a:solidFill>
              </a:defRPr>
            </a:lvl3pPr>
            <a:lvl4pPr indent="-311150" lvl="3" marL="1828800" rtl="0">
              <a:spcBef>
                <a:spcPts val="0"/>
              </a:spcBef>
              <a:spcAft>
                <a:spcPts val="0"/>
              </a:spcAft>
              <a:buClr>
                <a:schemeClr val="lt1"/>
              </a:buClr>
              <a:buSzPts val="1300"/>
              <a:buChar char="●"/>
              <a:defRPr sz="1300">
                <a:solidFill>
                  <a:schemeClr val="lt1"/>
                </a:solidFill>
              </a:defRPr>
            </a:lvl4pPr>
            <a:lvl5pPr indent="-311150" lvl="4" marL="2286000" rtl="0">
              <a:spcBef>
                <a:spcPts val="0"/>
              </a:spcBef>
              <a:spcAft>
                <a:spcPts val="0"/>
              </a:spcAft>
              <a:buClr>
                <a:schemeClr val="lt1"/>
              </a:buClr>
              <a:buSzPts val="1300"/>
              <a:buChar char="○"/>
              <a:defRPr sz="1300">
                <a:solidFill>
                  <a:schemeClr val="lt1"/>
                </a:solidFill>
              </a:defRPr>
            </a:lvl5pPr>
            <a:lvl6pPr indent="-311150" lvl="5" marL="2743200" rtl="0">
              <a:spcBef>
                <a:spcPts val="0"/>
              </a:spcBef>
              <a:spcAft>
                <a:spcPts val="0"/>
              </a:spcAft>
              <a:buClr>
                <a:schemeClr val="lt1"/>
              </a:buClr>
              <a:buSzPts val="1300"/>
              <a:buChar char="■"/>
              <a:defRPr sz="1300">
                <a:solidFill>
                  <a:schemeClr val="lt1"/>
                </a:solidFill>
              </a:defRPr>
            </a:lvl6pPr>
            <a:lvl7pPr indent="-311150" lvl="6" marL="3200400" rtl="0">
              <a:spcBef>
                <a:spcPts val="0"/>
              </a:spcBef>
              <a:spcAft>
                <a:spcPts val="0"/>
              </a:spcAft>
              <a:buClr>
                <a:schemeClr val="lt1"/>
              </a:buClr>
              <a:buSzPts val="1300"/>
              <a:buChar char="●"/>
              <a:defRPr sz="1300">
                <a:solidFill>
                  <a:schemeClr val="lt1"/>
                </a:solidFill>
              </a:defRPr>
            </a:lvl7pPr>
            <a:lvl8pPr indent="-311150" lvl="7" marL="3657600" rtl="0">
              <a:spcBef>
                <a:spcPts val="0"/>
              </a:spcBef>
              <a:spcAft>
                <a:spcPts val="0"/>
              </a:spcAft>
              <a:buClr>
                <a:schemeClr val="lt1"/>
              </a:buClr>
              <a:buSzPts val="1300"/>
              <a:buChar char="○"/>
              <a:defRPr sz="1300">
                <a:solidFill>
                  <a:schemeClr val="lt1"/>
                </a:solidFill>
              </a:defRPr>
            </a:lvl8pPr>
            <a:lvl9pPr indent="-311150" lvl="8" marL="4114800" rtl="0">
              <a:spcBef>
                <a:spcPts val="0"/>
              </a:spcBef>
              <a:spcAft>
                <a:spcPts val="0"/>
              </a:spcAft>
              <a:buClr>
                <a:schemeClr val="lt1"/>
              </a:buClr>
              <a:buSzPts val="1300"/>
              <a:buChar char="■"/>
              <a:defRPr sz="1300">
                <a:solidFill>
                  <a:schemeClr val="lt1"/>
                </a:solidFill>
              </a:defRPr>
            </a:lvl9pPr>
          </a:lstStyle>
          <a:p/>
        </p:txBody>
      </p:sp>
      <p:sp>
        <p:nvSpPr>
          <p:cNvPr id="345" name="Google Shape;345;p74"/>
          <p:cNvSpPr txBox="1"/>
          <p:nvPr>
            <p:ph idx="2" type="body"/>
          </p:nvPr>
        </p:nvSpPr>
        <p:spPr>
          <a:xfrm>
            <a:off x="4832400" y="1152475"/>
            <a:ext cx="3999900" cy="3305100"/>
          </a:xfrm>
          <a:prstGeom prst="rect">
            <a:avLst/>
          </a:prstGeom>
        </p:spPr>
        <p:txBody>
          <a:bodyPr anchorCtr="0" anchor="b" bIns="91425" lIns="91425" spcFirstLastPara="1" rIns="91425" wrap="square" tIns="91425">
            <a:noAutofit/>
          </a:bodyPr>
          <a:lstStyle>
            <a:lvl1pPr indent="-311150" lvl="0" marL="457200" rtl="0">
              <a:spcBef>
                <a:spcPts val="0"/>
              </a:spcBef>
              <a:spcAft>
                <a:spcPts val="0"/>
              </a:spcAft>
              <a:buClr>
                <a:schemeClr val="lt1"/>
              </a:buClr>
              <a:buSzPts val="1300"/>
              <a:buChar char="●"/>
              <a:defRPr sz="1300">
                <a:solidFill>
                  <a:schemeClr val="lt1"/>
                </a:solidFill>
              </a:defRPr>
            </a:lvl1pPr>
            <a:lvl2pPr indent="-311150" lvl="1" marL="914400" rtl="0">
              <a:spcBef>
                <a:spcPts val="0"/>
              </a:spcBef>
              <a:spcAft>
                <a:spcPts val="0"/>
              </a:spcAft>
              <a:buClr>
                <a:schemeClr val="lt1"/>
              </a:buClr>
              <a:buSzPts val="1300"/>
              <a:buChar char="○"/>
              <a:defRPr sz="1300">
                <a:solidFill>
                  <a:schemeClr val="lt1"/>
                </a:solidFill>
              </a:defRPr>
            </a:lvl2pPr>
            <a:lvl3pPr indent="-311150" lvl="2" marL="1371600" rtl="0">
              <a:spcBef>
                <a:spcPts val="0"/>
              </a:spcBef>
              <a:spcAft>
                <a:spcPts val="0"/>
              </a:spcAft>
              <a:buClr>
                <a:schemeClr val="lt1"/>
              </a:buClr>
              <a:buSzPts val="1300"/>
              <a:buChar char="■"/>
              <a:defRPr sz="1300">
                <a:solidFill>
                  <a:schemeClr val="lt1"/>
                </a:solidFill>
              </a:defRPr>
            </a:lvl3pPr>
            <a:lvl4pPr indent="-311150" lvl="3" marL="1828800" rtl="0">
              <a:spcBef>
                <a:spcPts val="0"/>
              </a:spcBef>
              <a:spcAft>
                <a:spcPts val="0"/>
              </a:spcAft>
              <a:buClr>
                <a:schemeClr val="lt1"/>
              </a:buClr>
              <a:buSzPts val="1300"/>
              <a:buChar char="●"/>
              <a:defRPr sz="1300">
                <a:solidFill>
                  <a:schemeClr val="lt1"/>
                </a:solidFill>
              </a:defRPr>
            </a:lvl4pPr>
            <a:lvl5pPr indent="-311150" lvl="4" marL="2286000" rtl="0">
              <a:spcBef>
                <a:spcPts val="0"/>
              </a:spcBef>
              <a:spcAft>
                <a:spcPts val="0"/>
              </a:spcAft>
              <a:buClr>
                <a:schemeClr val="lt1"/>
              </a:buClr>
              <a:buSzPts val="1300"/>
              <a:buChar char="○"/>
              <a:defRPr sz="1300">
                <a:solidFill>
                  <a:schemeClr val="lt1"/>
                </a:solidFill>
              </a:defRPr>
            </a:lvl5pPr>
            <a:lvl6pPr indent="-311150" lvl="5" marL="2743200" rtl="0">
              <a:spcBef>
                <a:spcPts val="0"/>
              </a:spcBef>
              <a:spcAft>
                <a:spcPts val="0"/>
              </a:spcAft>
              <a:buClr>
                <a:schemeClr val="lt1"/>
              </a:buClr>
              <a:buSzPts val="1300"/>
              <a:buChar char="■"/>
              <a:defRPr sz="1300">
                <a:solidFill>
                  <a:schemeClr val="lt1"/>
                </a:solidFill>
              </a:defRPr>
            </a:lvl6pPr>
            <a:lvl7pPr indent="-311150" lvl="6" marL="3200400" rtl="0">
              <a:spcBef>
                <a:spcPts val="0"/>
              </a:spcBef>
              <a:spcAft>
                <a:spcPts val="0"/>
              </a:spcAft>
              <a:buClr>
                <a:schemeClr val="lt1"/>
              </a:buClr>
              <a:buSzPts val="1300"/>
              <a:buChar char="●"/>
              <a:defRPr sz="1300">
                <a:solidFill>
                  <a:schemeClr val="lt1"/>
                </a:solidFill>
              </a:defRPr>
            </a:lvl7pPr>
            <a:lvl8pPr indent="-311150" lvl="7" marL="3657600" rtl="0">
              <a:spcBef>
                <a:spcPts val="0"/>
              </a:spcBef>
              <a:spcAft>
                <a:spcPts val="0"/>
              </a:spcAft>
              <a:buClr>
                <a:schemeClr val="lt1"/>
              </a:buClr>
              <a:buSzPts val="1300"/>
              <a:buChar char="○"/>
              <a:defRPr sz="1300">
                <a:solidFill>
                  <a:schemeClr val="lt1"/>
                </a:solidFill>
              </a:defRPr>
            </a:lvl8pPr>
            <a:lvl9pPr indent="-311150" lvl="8" marL="4114800" rtl="0">
              <a:spcBef>
                <a:spcPts val="0"/>
              </a:spcBef>
              <a:spcAft>
                <a:spcPts val="0"/>
              </a:spcAft>
              <a:buClr>
                <a:schemeClr val="lt1"/>
              </a:buClr>
              <a:buSzPts val="1300"/>
              <a:buChar char="■"/>
              <a:defRPr sz="1300">
                <a:solidFill>
                  <a:schemeClr val="lt1"/>
                </a:solidFill>
              </a:defRPr>
            </a:lvl9pPr>
          </a:lstStyle>
          <a:p/>
        </p:txBody>
      </p:sp>
      <p:sp>
        <p:nvSpPr>
          <p:cNvPr id="346" name="Google Shape;346;p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pic>
        <p:nvPicPr>
          <p:cNvPr id="347" name="Google Shape;347;p74"/>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_white" type="titleOnly">
  <p:cSld name="TITLE_ONLY">
    <p:spTree>
      <p:nvGrpSpPr>
        <p:cNvPr id="348" name="Shape 348"/>
        <p:cNvGrpSpPr/>
        <p:nvPr/>
      </p:nvGrpSpPr>
      <p:grpSpPr>
        <a:xfrm>
          <a:off x="0" y="0"/>
          <a:ext cx="0" cy="0"/>
          <a:chOff x="0" y="0"/>
          <a:chExt cx="0" cy="0"/>
        </a:xfrm>
      </p:grpSpPr>
      <p:sp>
        <p:nvSpPr>
          <p:cNvPr id="349" name="Google Shape;349;p75"/>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pic>
        <p:nvPicPr>
          <p:cNvPr id="350" name="Google Shape;350;p75"/>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_white (no logo)">
  <p:cSld name="TITLE_ONLY_2">
    <p:spTree>
      <p:nvGrpSpPr>
        <p:cNvPr id="351" name="Shape 351"/>
        <p:cNvGrpSpPr/>
        <p:nvPr/>
      </p:nvGrpSpPr>
      <p:grpSpPr>
        <a:xfrm>
          <a:off x="0" y="0"/>
          <a:ext cx="0" cy="0"/>
          <a:chOff x="0" y="0"/>
          <a:chExt cx="0" cy="0"/>
        </a:xfrm>
      </p:grpSpPr>
      <p:sp>
        <p:nvSpPr>
          <p:cNvPr id="352" name="Google Shape;352;p76"/>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bg>
      <p:bgPr>
        <a:solidFill>
          <a:srgbClr val="292929"/>
        </a:solidFill>
      </p:bgPr>
    </p:bg>
    <p:spTree>
      <p:nvGrpSpPr>
        <p:cNvPr id="353" name="Shape 353"/>
        <p:cNvGrpSpPr/>
        <p:nvPr/>
      </p:nvGrpSpPr>
      <p:grpSpPr>
        <a:xfrm>
          <a:off x="0" y="0"/>
          <a:ext cx="0" cy="0"/>
          <a:chOff x="0" y="0"/>
          <a:chExt cx="0" cy="0"/>
        </a:xfrm>
      </p:grpSpPr>
      <p:sp>
        <p:nvSpPr>
          <p:cNvPr id="354" name="Google Shape;354;p77"/>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500"/>
              <a:buNone/>
              <a:defRPr>
                <a:solidFill>
                  <a:schemeClr val="lt1"/>
                </a:solidFill>
              </a:defRPr>
            </a:lvl1pPr>
            <a:lvl2pPr lvl="1" rtl="0">
              <a:spcBef>
                <a:spcPts val="0"/>
              </a:spcBef>
              <a:spcAft>
                <a:spcPts val="0"/>
              </a:spcAft>
              <a:buClr>
                <a:schemeClr val="lt1"/>
              </a:buClr>
              <a:buSzPts val="2500"/>
              <a:buNone/>
              <a:defRPr>
                <a:solidFill>
                  <a:schemeClr val="lt1"/>
                </a:solidFill>
              </a:defRPr>
            </a:lvl2pPr>
            <a:lvl3pPr lvl="2" rtl="0">
              <a:spcBef>
                <a:spcPts val="0"/>
              </a:spcBef>
              <a:spcAft>
                <a:spcPts val="0"/>
              </a:spcAft>
              <a:buClr>
                <a:schemeClr val="lt1"/>
              </a:buClr>
              <a:buSzPts val="2500"/>
              <a:buNone/>
              <a:defRPr>
                <a:solidFill>
                  <a:schemeClr val="lt1"/>
                </a:solidFill>
              </a:defRPr>
            </a:lvl3pPr>
            <a:lvl4pPr lvl="3" rtl="0">
              <a:spcBef>
                <a:spcPts val="0"/>
              </a:spcBef>
              <a:spcAft>
                <a:spcPts val="0"/>
              </a:spcAft>
              <a:buClr>
                <a:schemeClr val="lt1"/>
              </a:buClr>
              <a:buSzPts val="2500"/>
              <a:buNone/>
              <a:defRPr>
                <a:solidFill>
                  <a:schemeClr val="lt1"/>
                </a:solidFill>
              </a:defRPr>
            </a:lvl4pPr>
            <a:lvl5pPr lvl="4" rtl="0">
              <a:spcBef>
                <a:spcPts val="0"/>
              </a:spcBef>
              <a:spcAft>
                <a:spcPts val="0"/>
              </a:spcAft>
              <a:buClr>
                <a:schemeClr val="lt1"/>
              </a:buClr>
              <a:buSzPts val="2500"/>
              <a:buNone/>
              <a:defRPr>
                <a:solidFill>
                  <a:schemeClr val="lt1"/>
                </a:solidFill>
              </a:defRPr>
            </a:lvl5pPr>
            <a:lvl6pPr lvl="5" rtl="0">
              <a:spcBef>
                <a:spcPts val="0"/>
              </a:spcBef>
              <a:spcAft>
                <a:spcPts val="0"/>
              </a:spcAft>
              <a:buClr>
                <a:schemeClr val="lt1"/>
              </a:buClr>
              <a:buSzPts val="2500"/>
              <a:buNone/>
              <a:defRPr>
                <a:solidFill>
                  <a:schemeClr val="lt1"/>
                </a:solidFill>
              </a:defRPr>
            </a:lvl6pPr>
            <a:lvl7pPr lvl="6" rtl="0">
              <a:spcBef>
                <a:spcPts val="0"/>
              </a:spcBef>
              <a:spcAft>
                <a:spcPts val="0"/>
              </a:spcAft>
              <a:buClr>
                <a:schemeClr val="lt1"/>
              </a:buClr>
              <a:buSzPts val="2500"/>
              <a:buNone/>
              <a:defRPr>
                <a:solidFill>
                  <a:schemeClr val="lt1"/>
                </a:solidFill>
              </a:defRPr>
            </a:lvl7pPr>
            <a:lvl8pPr lvl="7" rtl="0">
              <a:spcBef>
                <a:spcPts val="0"/>
              </a:spcBef>
              <a:spcAft>
                <a:spcPts val="0"/>
              </a:spcAft>
              <a:buClr>
                <a:schemeClr val="lt1"/>
              </a:buClr>
              <a:buSzPts val="2500"/>
              <a:buNone/>
              <a:defRPr>
                <a:solidFill>
                  <a:schemeClr val="lt1"/>
                </a:solidFill>
              </a:defRPr>
            </a:lvl8pPr>
            <a:lvl9pPr lvl="8" rtl="0">
              <a:spcBef>
                <a:spcPts val="0"/>
              </a:spcBef>
              <a:spcAft>
                <a:spcPts val="0"/>
              </a:spcAft>
              <a:buClr>
                <a:schemeClr val="lt1"/>
              </a:buClr>
              <a:buSzPts val="2500"/>
              <a:buNone/>
              <a:defRPr>
                <a:solidFill>
                  <a:schemeClr val="lt1"/>
                </a:solidFill>
              </a:defRPr>
            </a:lvl9pPr>
          </a:lstStyle>
          <a:p/>
        </p:txBody>
      </p:sp>
      <p:pic>
        <p:nvPicPr>
          <p:cNvPr id="355" name="Google Shape;355;p77"/>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no logo)">
  <p:cSld name="TITLE_ONLY_1_2">
    <p:bg>
      <p:bgPr>
        <a:solidFill>
          <a:srgbClr val="292929"/>
        </a:solidFill>
      </p:bgPr>
    </p:bg>
    <p:spTree>
      <p:nvGrpSpPr>
        <p:cNvPr id="356" name="Shape 356"/>
        <p:cNvGrpSpPr/>
        <p:nvPr/>
      </p:nvGrpSpPr>
      <p:grpSpPr>
        <a:xfrm>
          <a:off x="0" y="0"/>
          <a:ext cx="0" cy="0"/>
          <a:chOff x="0" y="0"/>
          <a:chExt cx="0" cy="0"/>
        </a:xfrm>
      </p:grpSpPr>
      <p:sp>
        <p:nvSpPr>
          <p:cNvPr id="357" name="Google Shape;357;p78"/>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500"/>
              <a:buNone/>
              <a:defRPr>
                <a:solidFill>
                  <a:schemeClr val="lt1"/>
                </a:solidFill>
              </a:defRPr>
            </a:lvl1pPr>
            <a:lvl2pPr lvl="1" rtl="0">
              <a:spcBef>
                <a:spcPts val="0"/>
              </a:spcBef>
              <a:spcAft>
                <a:spcPts val="0"/>
              </a:spcAft>
              <a:buClr>
                <a:schemeClr val="lt1"/>
              </a:buClr>
              <a:buSzPts val="2500"/>
              <a:buNone/>
              <a:defRPr>
                <a:solidFill>
                  <a:schemeClr val="lt1"/>
                </a:solidFill>
              </a:defRPr>
            </a:lvl2pPr>
            <a:lvl3pPr lvl="2" rtl="0">
              <a:spcBef>
                <a:spcPts val="0"/>
              </a:spcBef>
              <a:spcAft>
                <a:spcPts val="0"/>
              </a:spcAft>
              <a:buClr>
                <a:schemeClr val="lt1"/>
              </a:buClr>
              <a:buSzPts val="2500"/>
              <a:buNone/>
              <a:defRPr>
                <a:solidFill>
                  <a:schemeClr val="lt1"/>
                </a:solidFill>
              </a:defRPr>
            </a:lvl3pPr>
            <a:lvl4pPr lvl="3" rtl="0">
              <a:spcBef>
                <a:spcPts val="0"/>
              </a:spcBef>
              <a:spcAft>
                <a:spcPts val="0"/>
              </a:spcAft>
              <a:buClr>
                <a:schemeClr val="lt1"/>
              </a:buClr>
              <a:buSzPts val="2500"/>
              <a:buNone/>
              <a:defRPr>
                <a:solidFill>
                  <a:schemeClr val="lt1"/>
                </a:solidFill>
              </a:defRPr>
            </a:lvl4pPr>
            <a:lvl5pPr lvl="4" rtl="0">
              <a:spcBef>
                <a:spcPts val="0"/>
              </a:spcBef>
              <a:spcAft>
                <a:spcPts val="0"/>
              </a:spcAft>
              <a:buClr>
                <a:schemeClr val="lt1"/>
              </a:buClr>
              <a:buSzPts val="2500"/>
              <a:buNone/>
              <a:defRPr>
                <a:solidFill>
                  <a:schemeClr val="lt1"/>
                </a:solidFill>
              </a:defRPr>
            </a:lvl5pPr>
            <a:lvl6pPr lvl="5" rtl="0">
              <a:spcBef>
                <a:spcPts val="0"/>
              </a:spcBef>
              <a:spcAft>
                <a:spcPts val="0"/>
              </a:spcAft>
              <a:buClr>
                <a:schemeClr val="lt1"/>
              </a:buClr>
              <a:buSzPts val="2500"/>
              <a:buNone/>
              <a:defRPr>
                <a:solidFill>
                  <a:schemeClr val="lt1"/>
                </a:solidFill>
              </a:defRPr>
            </a:lvl6pPr>
            <a:lvl7pPr lvl="6" rtl="0">
              <a:spcBef>
                <a:spcPts val="0"/>
              </a:spcBef>
              <a:spcAft>
                <a:spcPts val="0"/>
              </a:spcAft>
              <a:buClr>
                <a:schemeClr val="lt1"/>
              </a:buClr>
              <a:buSzPts val="2500"/>
              <a:buNone/>
              <a:defRPr>
                <a:solidFill>
                  <a:schemeClr val="lt1"/>
                </a:solidFill>
              </a:defRPr>
            </a:lvl7pPr>
            <a:lvl8pPr lvl="7" rtl="0">
              <a:spcBef>
                <a:spcPts val="0"/>
              </a:spcBef>
              <a:spcAft>
                <a:spcPts val="0"/>
              </a:spcAft>
              <a:buClr>
                <a:schemeClr val="lt1"/>
              </a:buClr>
              <a:buSzPts val="2500"/>
              <a:buNone/>
              <a:defRPr>
                <a:solidFill>
                  <a:schemeClr val="lt1"/>
                </a:solidFill>
              </a:defRPr>
            </a:lvl8pPr>
            <a:lvl9pPr lvl="8" rtl="0">
              <a:spcBef>
                <a:spcPts val="0"/>
              </a:spcBef>
              <a:spcAft>
                <a:spcPts val="0"/>
              </a:spcAft>
              <a:buClr>
                <a:schemeClr val="lt1"/>
              </a:buClr>
              <a:buSzPts val="2500"/>
              <a:buNone/>
              <a:defRPr>
                <a:solidFill>
                  <a:schemeClr val="lt1"/>
                </a:solidFill>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graphic">
  <p:cSld name="TITLE_ONLY_1_1">
    <p:bg>
      <p:bgPr>
        <a:solidFill>
          <a:schemeClr val="lt1"/>
        </a:solidFill>
      </p:bgPr>
    </p:bg>
    <p:spTree>
      <p:nvGrpSpPr>
        <p:cNvPr id="358" name="Shape 358"/>
        <p:cNvGrpSpPr/>
        <p:nvPr/>
      </p:nvGrpSpPr>
      <p:grpSpPr>
        <a:xfrm>
          <a:off x="0" y="0"/>
          <a:ext cx="0" cy="0"/>
          <a:chOff x="0" y="0"/>
          <a:chExt cx="0" cy="0"/>
        </a:xfrm>
      </p:grpSpPr>
      <p:sp>
        <p:nvSpPr>
          <p:cNvPr id="359" name="Google Shape;359;p79"/>
          <p:cNvSpPr/>
          <p:nvPr/>
        </p:nvSpPr>
        <p:spPr>
          <a:xfrm>
            <a:off x="0" y="-23865"/>
            <a:ext cx="9144000" cy="4099500"/>
          </a:xfrm>
          <a:prstGeom prst="rect">
            <a:avLst/>
          </a:prstGeom>
          <a:solidFill>
            <a:srgbClr val="2929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360" name="Google Shape;360;p79"/>
          <p:cNvPicPr preferRelativeResize="0"/>
          <p:nvPr/>
        </p:nvPicPr>
        <p:blipFill>
          <a:blip r:embed="rId2">
            <a:alphaModFix/>
          </a:blip>
          <a:stretch>
            <a:fillRect/>
          </a:stretch>
        </p:blipFill>
        <p:spPr>
          <a:xfrm flipH="1" rot="10800000">
            <a:off x="0" y="4099452"/>
            <a:ext cx="9144003" cy="991196"/>
          </a:xfrm>
          <a:prstGeom prst="rect">
            <a:avLst/>
          </a:prstGeom>
          <a:noFill/>
          <a:ln>
            <a:noFill/>
          </a:ln>
        </p:spPr>
      </p:pic>
      <p:sp>
        <p:nvSpPr>
          <p:cNvPr id="361" name="Google Shape;361;p79"/>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500"/>
              <a:buNone/>
              <a:defRPr>
                <a:solidFill>
                  <a:schemeClr val="lt1"/>
                </a:solidFill>
              </a:defRPr>
            </a:lvl1pPr>
            <a:lvl2pPr lvl="1" rtl="0">
              <a:spcBef>
                <a:spcPts val="0"/>
              </a:spcBef>
              <a:spcAft>
                <a:spcPts val="0"/>
              </a:spcAft>
              <a:buClr>
                <a:schemeClr val="lt1"/>
              </a:buClr>
              <a:buSzPts val="2500"/>
              <a:buNone/>
              <a:defRPr>
                <a:solidFill>
                  <a:schemeClr val="lt1"/>
                </a:solidFill>
              </a:defRPr>
            </a:lvl2pPr>
            <a:lvl3pPr lvl="2" rtl="0">
              <a:spcBef>
                <a:spcPts val="0"/>
              </a:spcBef>
              <a:spcAft>
                <a:spcPts val="0"/>
              </a:spcAft>
              <a:buClr>
                <a:schemeClr val="lt1"/>
              </a:buClr>
              <a:buSzPts val="2500"/>
              <a:buNone/>
              <a:defRPr>
                <a:solidFill>
                  <a:schemeClr val="lt1"/>
                </a:solidFill>
              </a:defRPr>
            </a:lvl3pPr>
            <a:lvl4pPr lvl="3" rtl="0">
              <a:spcBef>
                <a:spcPts val="0"/>
              </a:spcBef>
              <a:spcAft>
                <a:spcPts val="0"/>
              </a:spcAft>
              <a:buClr>
                <a:schemeClr val="lt1"/>
              </a:buClr>
              <a:buSzPts val="2500"/>
              <a:buNone/>
              <a:defRPr>
                <a:solidFill>
                  <a:schemeClr val="lt1"/>
                </a:solidFill>
              </a:defRPr>
            </a:lvl4pPr>
            <a:lvl5pPr lvl="4" rtl="0">
              <a:spcBef>
                <a:spcPts val="0"/>
              </a:spcBef>
              <a:spcAft>
                <a:spcPts val="0"/>
              </a:spcAft>
              <a:buClr>
                <a:schemeClr val="lt1"/>
              </a:buClr>
              <a:buSzPts val="2500"/>
              <a:buNone/>
              <a:defRPr>
                <a:solidFill>
                  <a:schemeClr val="lt1"/>
                </a:solidFill>
              </a:defRPr>
            </a:lvl5pPr>
            <a:lvl6pPr lvl="5" rtl="0">
              <a:spcBef>
                <a:spcPts val="0"/>
              </a:spcBef>
              <a:spcAft>
                <a:spcPts val="0"/>
              </a:spcAft>
              <a:buClr>
                <a:schemeClr val="lt1"/>
              </a:buClr>
              <a:buSzPts val="2500"/>
              <a:buNone/>
              <a:defRPr>
                <a:solidFill>
                  <a:schemeClr val="lt1"/>
                </a:solidFill>
              </a:defRPr>
            </a:lvl6pPr>
            <a:lvl7pPr lvl="6" rtl="0">
              <a:spcBef>
                <a:spcPts val="0"/>
              </a:spcBef>
              <a:spcAft>
                <a:spcPts val="0"/>
              </a:spcAft>
              <a:buClr>
                <a:schemeClr val="lt1"/>
              </a:buClr>
              <a:buSzPts val="2500"/>
              <a:buNone/>
              <a:defRPr>
                <a:solidFill>
                  <a:schemeClr val="lt1"/>
                </a:solidFill>
              </a:defRPr>
            </a:lvl7pPr>
            <a:lvl8pPr lvl="7" rtl="0">
              <a:spcBef>
                <a:spcPts val="0"/>
              </a:spcBef>
              <a:spcAft>
                <a:spcPts val="0"/>
              </a:spcAft>
              <a:buClr>
                <a:schemeClr val="lt1"/>
              </a:buClr>
              <a:buSzPts val="2500"/>
              <a:buNone/>
              <a:defRPr>
                <a:solidFill>
                  <a:schemeClr val="lt1"/>
                </a:solidFill>
              </a:defRPr>
            </a:lvl8pPr>
            <a:lvl9pPr lvl="8" rtl="0">
              <a:spcBef>
                <a:spcPts val="0"/>
              </a:spcBef>
              <a:spcAft>
                <a:spcPts val="0"/>
              </a:spcAft>
              <a:buClr>
                <a:schemeClr val="lt1"/>
              </a:buClr>
              <a:buSzPts val="2500"/>
              <a:buNone/>
              <a:defRPr>
                <a:solidFill>
                  <a:schemeClr val="lt1"/>
                </a:solidFill>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with title_light">
  <p:cSld name="ONE_COLUMN_TEXT_1">
    <p:spTree>
      <p:nvGrpSpPr>
        <p:cNvPr id="362" name="Shape 362"/>
        <p:cNvGrpSpPr/>
        <p:nvPr/>
      </p:nvGrpSpPr>
      <p:grpSpPr>
        <a:xfrm>
          <a:off x="0" y="0"/>
          <a:ext cx="0" cy="0"/>
          <a:chOff x="0" y="0"/>
          <a:chExt cx="0" cy="0"/>
        </a:xfrm>
      </p:grpSpPr>
      <p:sp>
        <p:nvSpPr>
          <p:cNvPr id="363" name="Google Shape;363;p80"/>
          <p:cNvSpPr txBox="1"/>
          <p:nvPr>
            <p:ph idx="1" type="body"/>
          </p:nvPr>
        </p:nvSpPr>
        <p:spPr>
          <a:xfrm>
            <a:off x="6419088" y="1216152"/>
            <a:ext cx="2469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64" name="Google Shape;364;p80"/>
          <p:cNvSpPr txBox="1"/>
          <p:nvPr>
            <p:ph idx="2" type="body"/>
          </p:nvPr>
        </p:nvSpPr>
        <p:spPr>
          <a:xfrm>
            <a:off x="311700" y="1216152"/>
            <a:ext cx="2469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65" name="Google Shape;365;p80"/>
          <p:cNvSpPr txBox="1"/>
          <p:nvPr>
            <p:ph idx="3" type="body"/>
          </p:nvPr>
        </p:nvSpPr>
        <p:spPr>
          <a:xfrm>
            <a:off x="3392424" y="1216152"/>
            <a:ext cx="2469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66" name="Google Shape;366;p80"/>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pic>
        <p:nvPicPr>
          <p:cNvPr id="367" name="Google Shape;367;p80"/>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 no title">
  <p:cSld name="ONE_COLUMN_TEXT_1_2">
    <p:spTree>
      <p:nvGrpSpPr>
        <p:cNvPr id="368" name="Shape 368"/>
        <p:cNvGrpSpPr/>
        <p:nvPr/>
      </p:nvGrpSpPr>
      <p:grpSpPr>
        <a:xfrm>
          <a:off x="0" y="0"/>
          <a:ext cx="0" cy="0"/>
          <a:chOff x="0" y="0"/>
          <a:chExt cx="0" cy="0"/>
        </a:xfrm>
      </p:grpSpPr>
      <p:sp>
        <p:nvSpPr>
          <p:cNvPr id="369" name="Google Shape;369;p81"/>
          <p:cNvSpPr txBox="1"/>
          <p:nvPr>
            <p:ph idx="1" type="body"/>
          </p:nvPr>
        </p:nvSpPr>
        <p:spPr>
          <a:xfrm>
            <a:off x="768096" y="457200"/>
            <a:ext cx="2469000" cy="16455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70" name="Google Shape;370;p81"/>
          <p:cNvSpPr txBox="1"/>
          <p:nvPr>
            <p:ph idx="2" type="body"/>
          </p:nvPr>
        </p:nvSpPr>
        <p:spPr>
          <a:xfrm>
            <a:off x="3474720" y="457200"/>
            <a:ext cx="2469000" cy="16455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71" name="Google Shape;371;p81"/>
          <p:cNvSpPr txBox="1"/>
          <p:nvPr>
            <p:ph idx="3" type="body"/>
          </p:nvPr>
        </p:nvSpPr>
        <p:spPr>
          <a:xfrm>
            <a:off x="6190488" y="457200"/>
            <a:ext cx="2469000" cy="16455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72" name="Google Shape;372;p81"/>
          <p:cNvSpPr txBox="1"/>
          <p:nvPr>
            <p:ph idx="4" type="body"/>
          </p:nvPr>
        </p:nvSpPr>
        <p:spPr>
          <a:xfrm>
            <a:off x="768096" y="2560213"/>
            <a:ext cx="2469000" cy="16455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73" name="Google Shape;373;p81"/>
          <p:cNvSpPr txBox="1"/>
          <p:nvPr>
            <p:ph idx="5" type="body"/>
          </p:nvPr>
        </p:nvSpPr>
        <p:spPr>
          <a:xfrm>
            <a:off x="3474720" y="2560213"/>
            <a:ext cx="2469000" cy="16455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74" name="Google Shape;374;p81"/>
          <p:cNvSpPr txBox="1"/>
          <p:nvPr>
            <p:ph idx="6" type="body"/>
          </p:nvPr>
        </p:nvSpPr>
        <p:spPr>
          <a:xfrm>
            <a:off x="6190488" y="2560213"/>
            <a:ext cx="2469000" cy="16455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pic>
        <p:nvPicPr>
          <p:cNvPr id="375" name="Google Shape;375;p81"/>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 with title_light">
  <p:cSld name="ONE_COLUMN_TEXT_1_1_1">
    <p:spTree>
      <p:nvGrpSpPr>
        <p:cNvPr id="376" name="Shape 376"/>
        <p:cNvGrpSpPr/>
        <p:nvPr/>
      </p:nvGrpSpPr>
      <p:grpSpPr>
        <a:xfrm>
          <a:off x="0" y="0"/>
          <a:ext cx="0" cy="0"/>
          <a:chOff x="0" y="0"/>
          <a:chExt cx="0" cy="0"/>
        </a:xfrm>
      </p:grpSpPr>
      <p:sp>
        <p:nvSpPr>
          <p:cNvPr id="377" name="Google Shape;377;p82"/>
          <p:cNvSpPr txBox="1"/>
          <p:nvPr>
            <p:ph idx="1" type="body"/>
          </p:nvPr>
        </p:nvSpPr>
        <p:spPr>
          <a:xfrm>
            <a:off x="6419094" y="1216152"/>
            <a:ext cx="2469000" cy="1578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78" name="Google Shape;378;p82"/>
          <p:cNvSpPr txBox="1"/>
          <p:nvPr>
            <p:ph idx="2" type="body"/>
          </p:nvPr>
        </p:nvSpPr>
        <p:spPr>
          <a:xfrm>
            <a:off x="6419094" y="2871216"/>
            <a:ext cx="2469000" cy="1578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79" name="Google Shape;379;p82"/>
          <p:cNvSpPr txBox="1"/>
          <p:nvPr>
            <p:ph idx="3" type="body"/>
          </p:nvPr>
        </p:nvSpPr>
        <p:spPr>
          <a:xfrm>
            <a:off x="365750" y="1216152"/>
            <a:ext cx="2469000" cy="1578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80" name="Google Shape;380;p82"/>
          <p:cNvSpPr txBox="1"/>
          <p:nvPr>
            <p:ph idx="4" type="body"/>
          </p:nvPr>
        </p:nvSpPr>
        <p:spPr>
          <a:xfrm>
            <a:off x="3392422" y="1216152"/>
            <a:ext cx="2469000" cy="1578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81" name="Google Shape;381;p82"/>
          <p:cNvSpPr txBox="1"/>
          <p:nvPr>
            <p:ph idx="5" type="body"/>
          </p:nvPr>
        </p:nvSpPr>
        <p:spPr>
          <a:xfrm>
            <a:off x="365750" y="2871216"/>
            <a:ext cx="2469000" cy="1578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82" name="Google Shape;382;p82"/>
          <p:cNvSpPr txBox="1"/>
          <p:nvPr>
            <p:ph idx="6" type="body"/>
          </p:nvPr>
        </p:nvSpPr>
        <p:spPr>
          <a:xfrm>
            <a:off x="3392422" y="2871216"/>
            <a:ext cx="2469000" cy="1578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83" name="Google Shape;383;p82"/>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pic>
        <p:nvPicPr>
          <p:cNvPr id="384" name="Google Shape;384;p82"/>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dark">
  <p:cSld name="SECTION_TITLE_AND_DESCRIPTION_1_1">
    <p:bg>
      <p:bgPr>
        <a:solidFill>
          <a:srgbClr val="292929"/>
        </a:solidFill>
      </p:bgPr>
    </p:bg>
    <p:spTree>
      <p:nvGrpSpPr>
        <p:cNvPr id="385" name="Shape 385"/>
        <p:cNvGrpSpPr/>
        <p:nvPr/>
      </p:nvGrpSpPr>
      <p:grpSpPr>
        <a:xfrm>
          <a:off x="0" y="0"/>
          <a:ext cx="0" cy="0"/>
          <a:chOff x="0" y="0"/>
          <a:chExt cx="0" cy="0"/>
        </a:xfrm>
      </p:grpSpPr>
      <p:pic>
        <p:nvPicPr>
          <p:cNvPr id="386" name="Google Shape;386;p83"/>
          <p:cNvPicPr preferRelativeResize="0"/>
          <p:nvPr/>
        </p:nvPicPr>
        <p:blipFill>
          <a:blip r:embed="rId2">
            <a:alphaModFix/>
          </a:blip>
          <a:stretch>
            <a:fillRect/>
          </a:stretch>
        </p:blipFill>
        <p:spPr>
          <a:xfrm>
            <a:off x="5617450" y="-806942"/>
            <a:ext cx="3597900" cy="3597900"/>
          </a:xfrm>
          <a:prstGeom prst="rect">
            <a:avLst/>
          </a:prstGeom>
          <a:noFill/>
          <a:ln>
            <a:noFill/>
          </a:ln>
        </p:spPr>
      </p:pic>
      <p:sp>
        <p:nvSpPr>
          <p:cNvPr id="387" name="Google Shape;387;p83"/>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88" name="Google Shape;388;p83"/>
          <p:cNvSpPr/>
          <p:nvPr/>
        </p:nvSpPr>
        <p:spPr>
          <a:xfrm rot="5400000">
            <a:off x="-776100" y="2475450"/>
            <a:ext cx="3310200" cy="189300"/>
          </a:xfrm>
          <a:prstGeom prst="rect">
            <a:avLst/>
          </a:prstGeom>
          <a:solidFill>
            <a:srgbClr val="4CEC8C"/>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389" name="Google Shape;389;p83"/>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90" name="Google Shape;390;p83"/>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391" name="Google Shape;391;p83"/>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light">
  <p:cSld name="SECTION_TITLE_AND_DESCRIPTION_1_1_3">
    <p:bg>
      <p:bgPr>
        <a:solidFill>
          <a:srgbClr val="F0F0F0"/>
        </a:solidFill>
      </p:bgPr>
    </p:bg>
    <p:spTree>
      <p:nvGrpSpPr>
        <p:cNvPr id="392" name="Shape 392"/>
        <p:cNvGrpSpPr/>
        <p:nvPr/>
      </p:nvGrpSpPr>
      <p:grpSpPr>
        <a:xfrm>
          <a:off x="0" y="0"/>
          <a:ext cx="0" cy="0"/>
          <a:chOff x="0" y="0"/>
          <a:chExt cx="0" cy="0"/>
        </a:xfrm>
      </p:grpSpPr>
      <p:pic>
        <p:nvPicPr>
          <p:cNvPr id="393" name="Google Shape;393;p84"/>
          <p:cNvPicPr preferRelativeResize="0"/>
          <p:nvPr/>
        </p:nvPicPr>
        <p:blipFill>
          <a:blip r:embed="rId2">
            <a:alphaModFix/>
          </a:blip>
          <a:stretch>
            <a:fillRect/>
          </a:stretch>
        </p:blipFill>
        <p:spPr>
          <a:xfrm>
            <a:off x="5617450" y="-806942"/>
            <a:ext cx="3597900" cy="3597900"/>
          </a:xfrm>
          <a:prstGeom prst="rect">
            <a:avLst/>
          </a:prstGeom>
          <a:noFill/>
          <a:ln>
            <a:noFill/>
          </a:ln>
        </p:spPr>
      </p:pic>
      <p:sp>
        <p:nvSpPr>
          <p:cNvPr id="394" name="Google Shape;394;p84"/>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95" name="Google Shape;395;p84"/>
          <p:cNvSpPr/>
          <p:nvPr/>
        </p:nvSpPr>
        <p:spPr>
          <a:xfrm rot="5400000">
            <a:off x="-776100" y="2475450"/>
            <a:ext cx="3310200" cy="189300"/>
          </a:xfrm>
          <a:prstGeom prst="rect">
            <a:avLst/>
          </a:prstGeom>
          <a:solidFill>
            <a:srgbClr val="4CEC8C"/>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396" name="Google Shape;396;p84"/>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97" name="Google Shape;397;p84"/>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398" name="Google Shape;398;p84"/>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dark">
  <p:cSld name="SECTION_TITLE_AND_DESCRIPTION_1_1_4">
    <p:bg>
      <p:bgPr>
        <a:solidFill>
          <a:srgbClr val="292929"/>
        </a:solidFill>
      </p:bgPr>
    </p:bg>
    <p:spTree>
      <p:nvGrpSpPr>
        <p:cNvPr id="399" name="Shape 399"/>
        <p:cNvGrpSpPr/>
        <p:nvPr/>
      </p:nvGrpSpPr>
      <p:grpSpPr>
        <a:xfrm>
          <a:off x="0" y="0"/>
          <a:ext cx="0" cy="0"/>
          <a:chOff x="0" y="0"/>
          <a:chExt cx="0" cy="0"/>
        </a:xfrm>
      </p:grpSpPr>
      <p:pic>
        <p:nvPicPr>
          <p:cNvPr id="400" name="Google Shape;400;p85"/>
          <p:cNvPicPr preferRelativeResize="0"/>
          <p:nvPr/>
        </p:nvPicPr>
        <p:blipFill>
          <a:blip r:embed="rId2">
            <a:alphaModFix/>
          </a:blip>
          <a:stretch>
            <a:fillRect/>
          </a:stretch>
        </p:blipFill>
        <p:spPr>
          <a:xfrm>
            <a:off x="-45325" y="-806942"/>
            <a:ext cx="3597900" cy="3597900"/>
          </a:xfrm>
          <a:prstGeom prst="rect">
            <a:avLst/>
          </a:prstGeom>
          <a:noFill/>
          <a:ln>
            <a:noFill/>
          </a:ln>
        </p:spPr>
      </p:pic>
      <p:sp>
        <p:nvSpPr>
          <p:cNvPr id="401" name="Google Shape;401;p85"/>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2" name="Google Shape;402;p85"/>
          <p:cNvSpPr/>
          <p:nvPr/>
        </p:nvSpPr>
        <p:spPr>
          <a:xfrm rot="5400000">
            <a:off x="6609900" y="2475450"/>
            <a:ext cx="3310200" cy="189300"/>
          </a:xfrm>
          <a:prstGeom prst="rect">
            <a:avLst/>
          </a:prstGeom>
          <a:solidFill>
            <a:srgbClr val="4CEC8C"/>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403" name="Google Shape;403;p85"/>
          <p:cNvSpPr txBox="1"/>
          <p:nvPr>
            <p:ph type="title"/>
          </p:nvPr>
        </p:nvSpPr>
        <p:spPr>
          <a:xfrm>
            <a:off x="4581175"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04" name="Google Shape;404;p85"/>
          <p:cNvSpPr txBox="1"/>
          <p:nvPr>
            <p:ph idx="1" type="subTitle"/>
          </p:nvPr>
        </p:nvSpPr>
        <p:spPr>
          <a:xfrm>
            <a:off x="4581175"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405" name="Google Shape;405;p85"/>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light">
  <p:cSld name="SECTION_TITLE_AND_DESCRIPTION_1_1_3_1">
    <p:bg>
      <p:bgPr>
        <a:solidFill>
          <a:srgbClr val="F0F0F0"/>
        </a:solidFill>
      </p:bgPr>
    </p:bg>
    <p:spTree>
      <p:nvGrpSpPr>
        <p:cNvPr id="406" name="Shape 406"/>
        <p:cNvGrpSpPr/>
        <p:nvPr/>
      </p:nvGrpSpPr>
      <p:grpSpPr>
        <a:xfrm>
          <a:off x="0" y="0"/>
          <a:ext cx="0" cy="0"/>
          <a:chOff x="0" y="0"/>
          <a:chExt cx="0" cy="0"/>
        </a:xfrm>
      </p:grpSpPr>
      <p:pic>
        <p:nvPicPr>
          <p:cNvPr id="407" name="Google Shape;407;p86"/>
          <p:cNvPicPr preferRelativeResize="0"/>
          <p:nvPr/>
        </p:nvPicPr>
        <p:blipFill>
          <a:blip r:embed="rId2">
            <a:alphaModFix/>
          </a:blip>
          <a:stretch>
            <a:fillRect/>
          </a:stretch>
        </p:blipFill>
        <p:spPr>
          <a:xfrm>
            <a:off x="-45325" y="-806942"/>
            <a:ext cx="3597900" cy="3597900"/>
          </a:xfrm>
          <a:prstGeom prst="rect">
            <a:avLst/>
          </a:prstGeom>
          <a:noFill/>
          <a:ln>
            <a:noFill/>
          </a:ln>
        </p:spPr>
      </p:pic>
      <p:sp>
        <p:nvSpPr>
          <p:cNvPr id="408" name="Google Shape;408;p86"/>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9" name="Google Shape;409;p86"/>
          <p:cNvSpPr/>
          <p:nvPr/>
        </p:nvSpPr>
        <p:spPr>
          <a:xfrm rot="5400000">
            <a:off x="6609900" y="2475450"/>
            <a:ext cx="3310200" cy="189300"/>
          </a:xfrm>
          <a:prstGeom prst="rect">
            <a:avLst/>
          </a:prstGeom>
          <a:solidFill>
            <a:srgbClr val="4CEC8C"/>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410" name="Google Shape;410;p86"/>
          <p:cNvSpPr txBox="1"/>
          <p:nvPr>
            <p:ph type="title"/>
          </p:nvPr>
        </p:nvSpPr>
        <p:spPr>
          <a:xfrm>
            <a:off x="4571900"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11" name="Google Shape;411;p86"/>
          <p:cNvSpPr txBox="1"/>
          <p:nvPr>
            <p:ph idx="1" type="subTitle"/>
          </p:nvPr>
        </p:nvSpPr>
        <p:spPr>
          <a:xfrm>
            <a:off x="4571900"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412" name="Google Shape;412;p86"/>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dark 1">
  <p:cSld name="SECTION_TITLE_AND_DESCRIPTION_1_1_5">
    <p:bg>
      <p:bgPr>
        <a:solidFill>
          <a:srgbClr val="292929"/>
        </a:solidFill>
      </p:bgPr>
    </p:bg>
    <p:spTree>
      <p:nvGrpSpPr>
        <p:cNvPr id="413" name="Shape 413"/>
        <p:cNvGrpSpPr/>
        <p:nvPr/>
      </p:nvGrpSpPr>
      <p:grpSpPr>
        <a:xfrm>
          <a:off x="0" y="0"/>
          <a:ext cx="0" cy="0"/>
          <a:chOff x="0" y="0"/>
          <a:chExt cx="0" cy="0"/>
        </a:xfrm>
      </p:grpSpPr>
      <p:pic>
        <p:nvPicPr>
          <p:cNvPr id="414" name="Google Shape;414;p87"/>
          <p:cNvPicPr preferRelativeResize="0"/>
          <p:nvPr/>
        </p:nvPicPr>
        <p:blipFill rotWithShape="1">
          <a:blip r:embed="rId2">
            <a:alphaModFix/>
          </a:blip>
          <a:srcRect b="0" l="100" r="100" t="0"/>
          <a:stretch/>
        </p:blipFill>
        <p:spPr>
          <a:xfrm flipH="1" rot="10800000">
            <a:off x="5922250" y="-126942"/>
            <a:ext cx="3597901" cy="3597900"/>
          </a:xfrm>
          <a:prstGeom prst="rect">
            <a:avLst/>
          </a:prstGeom>
          <a:noFill/>
          <a:ln>
            <a:noFill/>
          </a:ln>
        </p:spPr>
      </p:pic>
      <p:sp>
        <p:nvSpPr>
          <p:cNvPr id="415" name="Google Shape;415;p87"/>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16" name="Google Shape;416;p87"/>
          <p:cNvSpPr/>
          <p:nvPr/>
        </p:nvSpPr>
        <p:spPr>
          <a:xfrm rot="5400000">
            <a:off x="-776100" y="2475450"/>
            <a:ext cx="3310200" cy="189300"/>
          </a:xfrm>
          <a:prstGeom prst="rect">
            <a:avLst/>
          </a:prstGeom>
          <a:solidFill>
            <a:srgbClr val="FFCEE6"/>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417" name="Google Shape;417;p87"/>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18" name="Google Shape;418;p87"/>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419" name="Google Shape;419;p87"/>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light 1">
  <p:cSld name="SECTION_TITLE_AND_DESCRIPTION_1_1_3_2">
    <p:bg>
      <p:bgPr>
        <a:solidFill>
          <a:srgbClr val="F0F0F0"/>
        </a:solidFill>
      </p:bgPr>
    </p:bg>
    <p:spTree>
      <p:nvGrpSpPr>
        <p:cNvPr id="420" name="Shape 420"/>
        <p:cNvGrpSpPr/>
        <p:nvPr/>
      </p:nvGrpSpPr>
      <p:grpSpPr>
        <a:xfrm>
          <a:off x="0" y="0"/>
          <a:ext cx="0" cy="0"/>
          <a:chOff x="0" y="0"/>
          <a:chExt cx="0" cy="0"/>
        </a:xfrm>
      </p:grpSpPr>
      <p:pic>
        <p:nvPicPr>
          <p:cNvPr id="421" name="Google Shape;421;p88"/>
          <p:cNvPicPr preferRelativeResize="0"/>
          <p:nvPr/>
        </p:nvPicPr>
        <p:blipFill rotWithShape="1">
          <a:blip r:embed="rId2">
            <a:alphaModFix/>
          </a:blip>
          <a:srcRect b="0" l="100" r="100" t="0"/>
          <a:stretch/>
        </p:blipFill>
        <p:spPr>
          <a:xfrm flipH="1" rot="10800000">
            <a:off x="5922250" y="-126942"/>
            <a:ext cx="3597901" cy="3597900"/>
          </a:xfrm>
          <a:prstGeom prst="rect">
            <a:avLst/>
          </a:prstGeom>
          <a:noFill/>
          <a:ln>
            <a:noFill/>
          </a:ln>
        </p:spPr>
      </p:pic>
      <p:sp>
        <p:nvSpPr>
          <p:cNvPr id="422" name="Google Shape;422;p88"/>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23" name="Google Shape;423;p88"/>
          <p:cNvSpPr/>
          <p:nvPr/>
        </p:nvSpPr>
        <p:spPr>
          <a:xfrm rot="5400000">
            <a:off x="-776100" y="2475450"/>
            <a:ext cx="3310200" cy="189300"/>
          </a:xfrm>
          <a:prstGeom prst="rect">
            <a:avLst/>
          </a:prstGeom>
          <a:solidFill>
            <a:srgbClr val="FFCEE6"/>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424" name="Google Shape;424;p88"/>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25" name="Google Shape;425;p88"/>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426" name="Google Shape;426;p88"/>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dark 1">
  <p:cSld name="SECTION_TITLE_AND_DESCRIPTION_1_1_4_1">
    <p:bg>
      <p:bgPr>
        <a:solidFill>
          <a:srgbClr val="292929"/>
        </a:solidFill>
      </p:bgPr>
    </p:bg>
    <p:spTree>
      <p:nvGrpSpPr>
        <p:cNvPr id="427" name="Shape 427"/>
        <p:cNvGrpSpPr/>
        <p:nvPr/>
      </p:nvGrpSpPr>
      <p:grpSpPr>
        <a:xfrm>
          <a:off x="0" y="0"/>
          <a:ext cx="0" cy="0"/>
          <a:chOff x="0" y="0"/>
          <a:chExt cx="0" cy="0"/>
        </a:xfrm>
      </p:grpSpPr>
      <p:pic>
        <p:nvPicPr>
          <p:cNvPr id="428" name="Google Shape;428;p89"/>
          <p:cNvPicPr preferRelativeResize="0"/>
          <p:nvPr/>
        </p:nvPicPr>
        <p:blipFill rotWithShape="1">
          <a:blip r:embed="rId2">
            <a:alphaModFix/>
          </a:blip>
          <a:srcRect b="0" l="100" r="100" t="0"/>
          <a:stretch/>
        </p:blipFill>
        <p:spPr>
          <a:xfrm>
            <a:off x="0" y="-502142"/>
            <a:ext cx="3597901" cy="3597900"/>
          </a:xfrm>
          <a:prstGeom prst="rect">
            <a:avLst/>
          </a:prstGeom>
          <a:noFill/>
          <a:ln>
            <a:noFill/>
          </a:ln>
        </p:spPr>
      </p:pic>
      <p:sp>
        <p:nvSpPr>
          <p:cNvPr id="429" name="Google Shape;429;p89"/>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30" name="Google Shape;430;p89"/>
          <p:cNvSpPr/>
          <p:nvPr/>
        </p:nvSpPr>
        <p:spPr>
          <a:xfrm rot="5400000">
            <a:off x="6609900" y="2475450"/>
            <a:ext cx="3310200" cy="189300"/>
          </a:xfrm>
          <a:prstGeom prst="rect">
            <a:avLst/>
          </a:prstGeom>
          <a:solidFill>
            <a:srgbClr val="FFCEE6"/>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431" name="Google Shape;431;p89"/>
          <p:cNvSpPr txBox="1"/>
          <p:nvPr>
            <p:ph type="title"/>
          </p:nvPr>
        </p:nvSpPr>
        <p:spPr>
          <a:xfrm>
            <a:off x="4581175"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32" name="Google Shape;432;p89"/>
          <p:cNvSpPr txBox="1"/>
          <p:nvPr>
            <p:ph idx="1" type="subTitle"/>
          </p:nvPr>
        </p:nvSpPr>
        <p:spPr>
          <a:xfrm>
            <a:off x="4581175"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433" name="Google Shape;433;p89"/>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light 1">
  <p:cSld name="SECTION_TITLE_AND_DESCRIPTION_1_1_3_1_1">
    <p:bg>
      <p:bgPr>
        <a:solidFill>
          <a:srgbClr val="F0F0F0"/>
        </a:solidFill>
      </p:bgPr>
    </p:bg>
    <p:spTree>
      <p:nvGrpSpPr>
        <p:cNvPr id="434" name="Shape 434"/>
        <p:cNvGrpSpPr/>
        <p:nvPr/>
      </p:nvGrpSpPr>
      <p:grpSpPr>
        <a:xfrm>
          <a:off x="0" y="0"/>
          <a:ext cx="0" cy="0"/>
          <a:chOff x="0" y="0"/>
          <a:chExt cx="0" cy="0"/>
        </a:xfrm>
      </p:grpSpPr>
      <p:pic>
        <p:nvPicPr>
          <p:cNvPr id="435" name="Google Shape;435;p90"/>
          <p:cNvPicPr preferRelativeResize="0"/>
          <p:nvPr/>
        </p:nvPicPr>
        <p:blipFill rotWithShape="1">
          <a:blip r:embed="rId2">
            <a:alphaModFix/>
          </a:blip>
          <a:srcRect b="0" l="100" r="100" t="0"/>
          <a:stretch/>
        </p:blipFill>
        <p:spPr>
          <a:xfrm>
            <a:off x="0" y="-502142"/>
            <a:ext cx="3597901" cy="3597900"/>
          </a:xfrm>
          <a:prstGeom prst="rect">
            <a:avLst/>
          </a:prstGeom>
          <a:noFill/>
          <a:ln>
            <a:noFill/>
          </a:ln>
        </p:spPr>
      </p:pic>
      <p:sp>
        <p:nvSpPr>
          <p:cNvPr id="436" name="Google Shape;436;p90"/>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37" name="Google Shape;437;p90"/>
          <p:cNvSpPr/>
          <p:nvPr/>
        </p:nvSpPr>
        <p:spPr>
          <a:xfrm rot="5400000">
            <a:off x="6609900" y="2475450"/>
            <a:ext cx="3310200" cy="189300"/>
          </a:xfrm>
          <a:prstGeom prst="rect">
            <a:avLst/>
          </a:prstGeom>
          <a:solidFill>
            <a:srgbClr val="FFCEE6"/>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438" name="Google Shape;438;p90"/>
          <p:cNvSpPr txBox="1"/>
          <p:nvPr>
            <p:ph type="title"/>
          </p:nvPr>
        </p:nvSpPr>
        <p:spPr>
          <a:xfrm>
            <a:off x="4571900"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39" name="Google Shape;439;p90"/>
          <p:cNvSpPr txBox="1"/>
          <p:nvPr>
            <p:ph idx="1" type="subTitle"/>
          </p:nvPr>
        </p:nvSpPr>
        <p:spPr>
          <a:xfrm>
            <a:off x="4571900"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440" name="Google Shape;440;p90"/>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dark 1 1">
  <p:cSld name="SECTION_TITLE_AND_DESCRIPTION_1_1_5_1">
    <p:bg>
      <p:bgPr>
        <a:solidFill>
          <a:srgbClr val="292929"/>
        </a:solidFill>
      </p:bgPr>
    </p:bg>
    <p:spTree>
      <p:nvGrpSpPr>
        <p:cNvPr id="441" name="Shape 441"/>
        <p:cNvGrpSpPr/>
        <p:nvPr/>
      </p:nvGrpSpPr>
      <p:grpSpPr>
        <a:xfrm>
          <a:off x="0" y="0"/>
          <a:ext cx="0" cy="0"/>
          <a:chOff x="0" y="0"/>
          <a:chExt cx="0" cy="0"/>
        </a:xfrm>
      </p:grpSpPr>
      <p:pic>
        <p:nvPicPr>
          <p:cNvPr id="442" name="Google Shape;442;p91"/>
          <p:cNvPicPr preferRelativeResize="0"/>
          <p:nvPr/>
        </p:nvPicPr>
        <p:blipFill rotWithShape="1">
          <a:blip r:embed="rId2">
            <a:alphaModFix/>
          </a:blip>
          <a:srcRect b="1277" l="0" r="0" t="1267"/>
          <a:stretch/>
        </p:blipFill>
        <p:spPr>
          <a:xfrm flipH="1" rot="10800000">
            <a:off x="5922250" y="-126942"/>
            <a:ext cx="3597901" cy="3597900"/>
          </a:xfrm>
          <a:prstGeom prst="rect">
            <a:avLst/>
          </a:prstGeom>
          <a:noFill/>
          <a:ln>
            <a:noFill/>
          </a:ln>
        </p:spPr>
      </p:pic>
      <p:sp>
        <p:nvSpPr>
          <p:cNvPr id="443" name="Google Shape;443;p91"/>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44" name="Google Shape;444;p91"/>
          <p:cNvSpPr/>
          <p:nvPr/>
        </p:nvSpPr>
        <p:spPr>
          <a:xfrm rot="5400000">
            <a:off x="-776100" y="2475450"/>
            <a:ext cx="3310200" cy="189300"/>
          </a:xfrm>
          <a:prstGeom prst="rect">
            <a:avLst/>
          </a:prstGeom>
          <a:solidFill>
            <a:srgbClr val="A8E8F3"/>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445" name="Google Shape;445;p91"/>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46" name="Google Shape;446;p91"/>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447" name="Google Shape;447;p91"/>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light 1 1">
  <p:cSld name="SECTION_TITLE_AND_DESCRIPTION_1_1_3_2_1">
    <p:bg>
      <p:bgPr>
        <a:solidFill>
          <a:srgbClr val="F0F0F0"/>
        </a:solidFill>
      </p:bgPr>
    </p:bg>
    <p:spTree>
      <p:nvGrpSpPr>
        <p:cNvPr id="448" name="Shape 448"/>
        <p:cNvGrpSpPr/>
        <p:nvPr/>
      </p:nvGrpSpPr>
      <p:grpSpPr>
        <a:xfrm>
          <a:off x="0" y="0"/>
          <a:ext cx="0" cy="0"/>
          <a:chOff x="0" y="0"/>
          <a:chExt cx="0" cy="0"/>
        </a:xfrm>
      </p:grpSpPr>
      <p:pic>
        <p:nvPicPr>
          <p:cNvPr id="449" name="Google Shape;449;p92"/>
          <p:cNvPicPr preferRelativeResize="0"/>
          <p:nvPr/>
        </p:nvPicPr>
        <p:blipFill rotWithShape="1">
          <a:blip r:embed="rId2">
            <a:alphaModFix/>
          </a:blip>
          <a:srcRect b="1277" l="0" r="0" t="1267"/>
          <a:stretch/>
        </p:blipFill>
        <p:spPr>
          <a:xfrm flipH="1" rot="10800000">
            <a:off x="5922250" y="-126942"/>
            <a:ext cx="3597901" cy="3597900"/>
          </a:xfrm>
          <a:prstGeom prst="rect">
            <a:avLst/>
          </a:prstGeom>
          <a:noFill/>
          <a:ln>
            <a:noFill/>
          </a:ln>
        </p:spPr>
      </p:pic>
      <p:sp>
        <p:nvSpPr>
          <p:cNvPr id="450" name="Google Shape;450;p92"/>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51" name="Google Shape;451;p92"/>
          <p:cNvSpPr/>
          <p:nvPr/>
        </p:nvSpPr>
        <p:spPr>
          <a:xfrm rot="5400000">
            <a:off x="-776100" y="2475450"/>
            <a:ext cx="3310200" cy="189300"/>
          </a:xfrm>
          <a:prstGeom prst="rect">
            <a:avLst/>
          </a:prstGeom>
          <a:solidFill>
            <a:srgbClr val="A8E8F3"/>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452" name="Google Shape;452;p92"/>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53" name="Google Shape;453;p92"/>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454" name="Google Shape;454;p92"/>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dark 1 1">
  <p:cSld name="SECTION_TITLE_AND_DESCRIPTION_1_1_4_1_1">
    <p:bg>
      <p:bgPr>
        <a:solidFill>
          <a:srgbClr val="292929"/>
        </a:solidFill>
      </p:bgPr>
    </p:bg>
    <p:spTree>
      <p:nvGrpSpPr>
        <p:cNvPr id="455" name="Shape 455"/>
        <p:cNvGrpSpPr/>
        <p:nvPr/>
      </p:nvGrpSpPr>
      <p:grpSpPr>
        <a:xfrm>
          <a:off x="0" y="0"/>
          <a:ext cx="0" cy="0"/>
          <a:chOff x="0" y="0"/>
          <a:chExt cx="0" cy="0"/>
        </a:xfrm>
      </p:grpSpPr>
      <p:pic>
        <p:nvPicPr>
          <p:cNvPr id="456" name="Google Shape;456;p93"/>
          <p:cNvPicPr preferRelativeResize="0"/>
          <p:nvPr/>
        </p:nvPicPr>
        <p:blipFill>
          <a:blip r:embed="rId2">
            <a:alphaModFix/>
          </a:blip>
          <a:stretch>
            <a:fillRect/>
          </a:stretch>
        </p:blipFill>
        <p:spPr>
          <a:xfrm flipH="1">
            <a:off x="-64983" y="-701410"/>
            <a:ext cx="3597901" cy="3691634"/>
          </a:xfrm>
          <a:prstGeom prst="rect">
            <a:avLst/>
          </a:prstGeom>
          <a:noFill/>
          <a:ln>
            <a:noFill/>
          </a:ln>
        </p:spPr>
      </p:pic>
      <p:sp>
        <p:nvSpPr>
          <p:cNvPr id="457" name="Google Shape;457;p93"/>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58" name="Google Shape;458;p93"/>
          <p:cNvSpPr/>
          <p:nvPr/>
        </p:nvSpPr>
        <p:spPr>
          <a:xfrm rot="5400000">
            <a:off x="6609900" y="2475450"/>
            <a:ext cx="3310200" cy="189300"/>
          </a:xfrm>
          <a:prstGeom prst="rect">
            <a:avLst/>
          </a:prstGeom>
          <a:solidFill>
            <a:srgbClr val="A8E8F3"/>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459" name="Google Shape;459;p93"/>
          <p:cNvSpPr txBox="1"/>
          <p:nvPr>
            <p:ph type="title"/>
          </p:nvPr>
        </p:nvSpPr>
        <p:spPr>
          <a:xfrm>
            <a:off x="4581175"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60" name="Google Shape;460;p93"/>
          <p:cNvSpPr txBox="1"/>
          <p:nvPr>
            <p:ph idx="1" type="subTitle"/>
          </p:nvPr>
        </p:nvSpPr>
        <p:spPr>
          <a:xfrm>
            <a:off x="4581175"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461" name="Google Shape;461;p93"/>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light 1 1">
  <p:cSld name="SECTION_TITLE_AND_DESCRIPTION_1_1_3_1_1_1">
    <p:bg>
      <p:bgPr>
        <a:solidFill>
          <a:srgbClr val="F0F0F0"/>
        </a:solidFill>
      </p:bgPr>
    </p:bg>
    <p:spTree>
      <p:nvGrpSpPr>
        <p:cNvPr id="462" name="Shape 462"/>
        <p:cNvGrpSpPr/>
        <p:nvPr/>
      </p:nvGrpSpPr>
      <p:grpSpPr>
        <a:xfrm>
          <a:off x="0" y="0"/>
          <a:ext cx="0" cy="0"/>
          <a:chOff x="0" y="0"/>
          <a:chExt cx="0" cy="0"/>
        </a:xfrm>
      </p:grpSpPr>
      <p:pic>
        <p:nvPicPr>
          <p:cNvPr id="463" name="Google Shape;463;p94"/>
          <p:cNvPicPr preferRelativeResize="0"/>
          <p:nvPr/>
        </p:nvPicPr>
        <p:blipFill>
          <a:blip r:embed="rId2">
            <a:alphaModFix/>
          </a:blip>
          <a:stretch>
            <a:fillRect/>
          </a:stretch>
        </p:blipFill>
        <p:spPr>
          <a:xfrm flipH="1">
            <a:off x="-64983" y="-701410"/>
            <a:ext cx="3597901" cy="3691634"/>
          </a:xfrm>
          <a:prstGeom prst="rect">
            <a:avLst/>
          </a:prstGeom>
          <a:noFill/>
          <a:ln>
            <a:noFill/>
          </a:ln>
        </p:spPr>
      </p:pic>
      <p:sp>
        <p:nvSpPr>
          <p:cNvPr id="464" name="Google Shape;464;p94"/>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65" name="Google Shape;465;p94"/>
          <p:cNvSpPr/>
          <p:nvPr/>
        </p:nvSpPr>
        <p:spPr>
          <a:xfrm rot="5400000">
            <a:off x="6609900" y="2475450"/>
            <a:ext cx="3310200" cy="189300"/>
          </a:xfrm>
          <a:prstGeom prst="rect">
            <a:avLst/>
          </a:prstGeom>
          <a:solidFill>
            <a:srgbClr val="A8E8F3"/>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466" name="Google Shape;466;p94"/>
          <p:cNvSpPr txBox="1"/>
          <p:nvPr>
            <p:ph type="title"/>
          </p:nvPr>
        </p:nvSpPr>
        <p:spPr>
          <a:xfrm>
            <a:off x="4571900"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67" name="Google Shape;467;p94"/>
          <p:cNvSpPr txBox="1"/>
          <p:nvPr>
            <p:ph idx="1" type="subTitle"/>
          </p:nvPr>
        </p:nvSpPr>
        <p:spPr>
          <a:xfrm>
            <a:off x="4571900"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468" name="Google Shape;468;p94"/>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dark 1 1 1">
  <p:cSld name="SECTION_TITLE_AND_DESCRIPTION_1_1_5_1_1">
    <p:bg>
      <p:bgPr>
        <a:solidFill>
          <a:srgbClr val="292929"/>
        </a:solidFill>
      </p:bgPr>
    </p:bg>
    <p:spTree>
      <p:nvGrpSpPr>
        <p:cNvPr id="469" name="Shape 469"/>
        <p:cNvGrpSpPr/>
        <p:nvPr/>
      </p:nvGrpSpPr>
      <p:grpSpPr>
        <a:xfrm>
          <a:off x="0" y="0"/>
          <a:ext cx="0" cy="0"/>
          <a:chOff x="0" y="0"/>
          <a:chExt cx="0" cy="0"/>
        </a:xfrm>
      </p:grpSpPr>
      <p:pic>
        <p:nvPicPr>
          <p:cNvPr id="470" name="Google Shape;470;p95"/>
          <p:cNvPicPr preferRelativeResize="0"/>
          <p:nvPr/>
        </p:nvPicPr>
        <p:blipFill>
          <a:blip r:embed="rId2">
            <a:alphaModFix/>
          </a:blip>
          <a:stretch>
            <a:fillRect/>
          </a:stretch>
        </p:blipFill>
        <p:spPr>
          <a:xfrm flipH="1" rot="10800000">
            <a:off x="5101482" y="-179092"/>
            <a:ext cx="4875869" cy="3685032"/>
          </a:xfrm>
          <a:prstGeom prst="rect">
            <a:avLst/>
          </a:prstGeom>
          <a:noFill/>
          <a:ln>
            <a:noFill/>
          </a:ln>
        </p:spPr>
      </p:pic>
      <p:sp>
        <p:nvSpPr>
          <p:cNvPr id="471" name="Google Shape;471;p95"/>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72" name="Google Shape;472;p95"/>
          <p:cNvSpPr/>
          <p:nvPr/>
        </p:nvSpPr>
        <p:spPr>
          <a:xfrm rot="5400000">
            <a:off x="-776100" y="2475450"/>
            <a:ext cx="3310200" cy="189300"/>
          </a:xfrm>
          <a:prstGeom prst="rect">
            <a:avLst/>
          </a:prstGeom>
          <a:solidFill>
            <a:srgbClr val="F0FF45"/>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473" name="Google Shape;473;p95"/>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74" name="Google Shape;474;p95"/>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475" name="Google Shape;475;p95"/>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light 1 1 1">
  <p:cSld name="SECTION_TITLE_AND_DESCRIPTION_1_1_3_2_1_1">
    <p:bg>
      <p:bgPr>
        <a:solidFill>
          <a:srgbClr val="F0F0F0"/>
        </a:solidFill>
      </p:bgPr>
    </p:bg>
    <p:spTree>
      <p:nvGrpSpPr>
        <p:cNvPr id="476" name="Shape 476"/>
        <p:cNvGrpSpPr/>
        <p:nvPr/>
      </p:nvGrpSpPr>
      <p:grpSpPr>
        <a:xfrm>
          <a:off x="0" y="0"/>
          <a:ext cx="0" cy="0"/>
          <a:chOff x="0" y="0"/>
          <a:chExt cx="0" cy="0"/>
        </a:xfrm>
      </p:grpSpPr>
      <p:pic>
        <p:nvPicPr>
          <p:cNvPr id="477" name="Google Shape;477;p96"/>
          <p:cNvPicPr preferRelativeResize="0"/>
          <p:nvPr/>
        </p:nvPicPr>
        <p:blipFill>
          <a:blip r:embed="rId2">
            <a:alphaModFix/>
          </a:blip>
          <a:stretch>
            <a:fillRect/>
          </a:stretch>
        </p:blipFill>
        <p:spPr>
          <a:xfrm flipH="1" rot="10800000">
            <a:off x="5101482" y="-179092"/>
            <a:ext cx="4875869" cy="3685032"/>
          </a:xfrm>
          <a:prstGeom prst="rect">
            <a:avLst/>
          </a:prstGeom>
          <a:noFill/>
          <a:ln>
            <a:noFill/>
          </a:ln>
        </p:spPr>
      </p:pic>
      <p:sp>
        <p:nvSpPr>
          <p:cNvPr id="478" name="Google Shape;478;p96"/>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79" name="Google Shape;479;p96"/>
          <p:cNvSpPr/>
          <p:nvPr/>
        </p:nvSpPr>
        <p:spPr>
          <a:xfrm rot="5400000">
            <a:off x="-776100" y="2475450"/>
            <a:ext cx="3310200" cy="189300"/>
          </a:xfrm>
          <a:prstGeom prst="rect">
            <a:avLst/>
          </a:prstGeom>
          <a:solidFill>
            <a:srgbClr val="F0FF45"/>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480" name="Google Shape;480;p96"/>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81" name="Google Shape;481;p96"/>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482" name="Google Shape;482;p96"/>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dark 1 1 1">
  <p:cSld name="SECTION_TITLE_AND_DESCRIPTION_1_1_4_1_1_1">
    <p:bg>
      <p:bgPr>
        <a:solidFill>
          <a:srgbClr val="292929"/>
        </a:solidFill>
      </p:bgPr>
    </p:bg>
    <p:spTree>
      <p:nvGrpSpPr>
        <p:cNvPr id="483" name="Shape 483"/>
        <p:cNvGrpSpPr/>
        <p:nvPr/>
      </p:nvGrpSpPr>
      <p:grpSpPr>
        <a:xfrm>
          <a:off x="0" y="0"/>
          <a:ext cx="0" cy="0"/>
          <a:chOff x="0" y="0"/>
          <a:chExt cx="0" cy="0"/>
        </a:xfrm>
      </p:grpSpPr>
      <p:pic>
        <p:nvPicPr>
          <p:cNvPr id="484" name="Google Shape;484;p97"/>
          <p:cNvPicPr preferRelativeResize="0"/>
          <p:nvPr/>
        </p:nvPicPr>
        <p:blipFill>
          <a:blip r:embed="rId2">
            <a:alphaModFix/>
          </a:blip>
          <a:stretch>
            <a:fillRect/>
          </a:stretch>
        </p:blipFill>
        <p:spPr>
          <a:xfrm flipH="1" rot="10800000">
            <a:off x="-762000" y="-179092"/>
            <a:ext cx="4875869" cy="3685032"/>
          </a:xfrm>
          <a:prstGeom prst="rect">
            <a:avLst/>
          </a:prstGeom>
          <a:noFill/>
          <a:ln>
            <a:noFill/>
          </a:ln>
        </p:spPr>
      </p:pic>
      <p:sp>
        <p:nvSpPr>
          <p:cNvPr id="485" name="Google Shape;485;p97"/>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86" name="Google Shape;486;p97"/>
          <p:cNvSpPr/>
          <p:nvPr/>
        </p:nvSpPr>
        <p:spPr>
          <a:xfrm rot="5400000">
            <a:off x="6609900" y="2475450"/>
            <a:ext cx="3310200" cy="189300"/>
          </a:xfrm>
          <a:prstGeom prst="rect">
            <a:avLst/>
          </a:prstGeom>
          <a:solidFill>
            <a:srgbClr val="F0FF45"/>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487" name="Google Shape;487;p97"/>
          <p:cNvSpPr txBox="1"/>
          <p:nvPr>
            <p:ph type="title"/>
          </p:nvPr>
        </p:nvSpPr>
        <p:spPr>
          <a:xfrm>
            <a:off x="4581175"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88" name="Google Shape;488;p97"/>
          <p:cNvSpPr txBox="1"/>
          <p:nvPr>
            <p:ph idx="1" type="subTitle"/>
          </p:nvPr>
        </p:nvSpPr>
        <p:spPr>
          <a:xfrm>
            <a:off x="4581175"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489" name="Google Shape;489;p97"/>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light 1 1 1">
  <p:cSld name="SECTION_TITLE_AND_DESCRIPTION_1_1_3_1_1_1_1">
    <p:bg>
      <p:bgPr>
        <a:solidFill>
          <a:srgbClr val="F0F0F0"/>
        </a:solidFill>
      </p:bgPr>
    </p:bg>
    <p:spTree>
      <p:nvGrpSpPr>
        <p:cNvPr id="490" name="Shape 490"/>
        <p:cNvGrpSpPr/>
        <p:nvPr/>
      </p:nvGrpSpPr>
      <p:grpSpPr>
        <a:xfrm>
          <a:off x="0" y="0"/>
          <a:ext cx="0" cy="0"/>
          <a:chOff x="0" y="0"/>
          <a:chExt cx="0" cy="0"/>
        </a:xfrm>
      </p:grpSpPr>
      <p:pic>
        <p:nvPicPr>
          <p:cNvPr id="491" name="Google Shape;491;p98"/>
          <p:cNvPicPr preferRelativeResize="0"/>
          <p:nvPr/>
        </p:nvPicPr>
        <p:blipFill>
          <a:blip r:embed="rId2">
            <a:alphaModFix/>
          </a:blip>
          <a:stretch>
            <a:fillRect/>
          </a:stretch>
        </p:blipFill>
        <p:spPr>
          <a:xfrm flipH="1" rot="10800000">
            <a:off x="-762000" y="-179092"/>
            <a:ext cx="4875869" cy="3685032"/>
          </a:xfrm>
          <a:prstGeom prst="rect">
            <a:avLst/>
          </a:prstGeom>
          <a:noFill/>
          <a:ln>
            <a:noFill/>
          </a:ln>
        </p:spPr>
      </p:pic>
      <p:sp>
        <p:nvSpPr>
          <p:cNvPr id="492" name="Google Shape;492;p98"/>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93" name="Google Shape;493;p98"/>
          <p:cNvSpPr/>
          <p:nvPr/>
        </p:nvSpPr>
        <p:spPr>
          <a:xfrm rot="5400000">
            <a:off x="6609900" y="2475450"/>
            <a:ext cx="3310200" cy="189300"/>
          </a:xfrm>
          <a:prstGeom prst="rect">
            <a:avLst/>
          </a:prstGeom>
          <a:solidFill>
            <a:srgbClr val="F0FF45"/>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494" name="Google Shape;494;p98"/>
          <p:cNvSpPr txBox="1"/>
          <p:nvPr>
            <p:ph type="title"/>
          </p:nvPr>
        </p:nvSpPr>
        <p:spPr>
          <a:xfrm>
            <a:off x="4571900"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95" name="Google Shape;495;p98"/>
          <p:cNvSpPr txBox="1"/>
          <p:nvPr>
            <p:ph idx="1" type="subTitle"/>
          </p:nvPr>
        </p:nvSpPr>
        <p:spPr>
          <a:xfrm>
            <a:off x="4571900"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496" name="Google Shape;496;p98"/>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dark 1 1 1 1">
  <p:cSld name="SECTION_TITLE_AND_DESCRIPTION_1_1_5_1_1_1">
    <p:bg>
      <p:bgPr>
        <a:solidFill>
          <a:srgbClr val="292929"/>
        </a:solidFill>
      </p:bgPr>
    </p:bg>
    <p:spTree>
      <p:nvGrpSpPr>
        <p:cNvPr id="497" name="Shape 497"/>
        <p:cNvGrpSpPr/>
        <p:nvPr/>
      </p:nvGrpSpPr>
      <p:grpSpPr>
        <a:xfrm>
          <a:off x="0" y="0"/>
          <a:ext cx="0" cy="0"/>
          <a:chOff x="0" y="0"/>
          <a:chExt cx="0" cy="0"/>
        </a:xfrm>
      </p:grpSpPr>
      <p:pic>
        <p:nvPicPr>
          <p:cNvPr id="498" name="Google Shape;498;p99"/>
          <p:cNvPicPr preferRelativeResize="0"/>
          <p:nvPr/>
        </p:nvPicPr>
        <p:blipFill rotWithShape="1">
          <a:blip r:embed="rId2">
            <a:alphaModFix/>
          </a:blip>
          <a:srcRect b="0" l="189" r="199" t="0"/>
          <a:stretch/>
        </p:blipFill>
        <p:spPr>
          <a:xfrm rot="5400000">
            <a:off x="5605150" y="-197342"/>
            <a:ext cx="3597901" cy="3597900"/>
          </a:xfrm>
          <a:prstGeom prst="rect">
            <a:avLst/>
          </a:prstGeom>
          <a:noFill/>
          <a:ln>
            <a:noFill/>
          </a:ln>
        </p:spPr>
      </p:pic>
      <p:sp>
        <p:nvSpPr>
          <p:cNvPr id="499" name="Google Shape;499;p99"/>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00" name="Google Shape;500;p99"/>
          <p:cNvSpPr/>
          <p:nvPr/>
        </p:nvSpPr>
        <p:spPr>
          <a:xfrm rot="5400000">
            <a:off x="-776100" y="2475450"/>
            <a:ext cx="3310200" cy="189300"/>
          </a:xfrm>
          <a:prstGeom prst="rect">
            <a:avLst/>
          </a:prstGeom>
          <a:solidFill>
            <a:srgbClr val="FF9A74"/>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501" name="Google Shape;501;p99"/>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02" name="Google Shape;502;p99"/>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503" name="Google Shape;503;p99"/>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light 1 1 1 1">
  <p:cSld name="SECTION_TITLE_AND_DESCRIPTION_1_1_3_2_1_1_1">
    <p:bg>
      <p:bgPr>
        <a:solidFill>
          <a:srgbClr val="F0F0F0"/>
        </a:solidFill>
      </p:bgPr>
    </p:bg>
    <p:spTree>
      <p:nvGrpSpPr>
        <p:cNvPr id="504" name="Shape 504"/>
        <p:cNvGrpSpPr/>
        <p:nvPr/>
      </p:nvGrpSpPr>
      <p:grpSpPr>
        <a:xfrm>
          <a:off x="0" y="0"/>
          <a:ext cx="0" cy="0"/>
          <a:chOff x="0" y="0"/>
          <a:chExt cx="0" cy="0"/>
        </a:xfrm>
      </p:grpSpPr>
      <p:pic>
        <p:nvPicPr>
          <p:cNvPr id="505" name="Google Shape;505;p100"/>
          <p:cNvPicPr preferRelativeResize="0"/>
          <p:nvPr/>
        </p:nvPicPr>
        <p:blipFill rotWithShape="1">
          <a:blip r:embed="rId2">
            <a:alphaModFix/>
          </a:blip>
          <a:srcRect b="0" l="189" r="199" t="0"/>
          <a:stretch/>
        </p:blipFill>
        <p:spPr>
          <a:xfrm rot="5400000">
            <a:off x="5605150" y="-197342"/>
            <a:ext cx="3597901" cy="3597900"/>
          </a:xfrm>
          <a:prstGeom prst="rect">
            <a:avLst/>
          </a:prstGeom>
          <a:noFill/>
          <a:ln>
            <a:noFill/>
          </a:ln>
        </p:spPr>
      </p:pic>
      <p:sp>
        <p:nvSpPr>
          <p:cNvPr id="506" name="Google Shape;506;p100"/>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07" name="Google Shape;507;p100"/>
          <p:cNvSpPr/>
          <p:nvPr/>
        </p:nvSpPr>
        <p:spPr>
          <a:xfrm rot="5400000">
            <a:off x="-776100" y="2475450"/>
            <a:ext cx="3310200" cy="189300"/>
          </a:xfrm>
          <a:prstGeom prst="rect">
            <a:avLst/>
          </a:prstGeom>
          <a:solidFill>
            <a:srgbClr val="FF9A74"/>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508" name="Google Shape;508;p100"/>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09" name="Google Shape;509;p100"/>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510" name="Google Shape;510;p100"/>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dark 1 1 1 1">
  <p:cSld name="SECTION_TITLE_AND_DESCRIPTION_1_1_4_1_1_1_1">
    <p:bg>
      <p:bgPr>
        <a:solidFill>
          <a:srgbClr val="292929"/>
        </a:solidFill>
      </p:bgPr>
    </p:bg>
    <p:spTree>
      <p:nvGrpSpPr>
        <p:cNvPr id="511" name="Shape 511"/>
        <p:cNvGrpSpPr/>
        <p:nvPr/>
      </p:nvGrpSpPr>
      <p:grpSpPr>
        <a:xfrm>
          <a:off x="0" y="0"/>
          <a:ext cx="0" cy="0"/>
          <a:chOff x="0" y="0"/>
          <a:chExt cx="0" cy="0"/>
        </a:xfrm>
      </p:grpSpPr>
      <p:pic>
        <p:nvPicPr>
          <p:cNvPr id="512" name="Google Shape;512;p101"/>
          <p:cNvPicPr preferRelativeResize="0"/>
          <p:nvPr/>
        </p:nvPicPr>
        <p:blipFill rotWithShape="1">
          <a:blip r:embed="rId2">
            <a:alphaModFix/>
          </a:blip>
          <a:srcRect b="0" l="189" r="199" t="0"/>
          <a:stretch/>
        </p:blipFill>
        <p:spPr>
          <a:xfrm rot="5400000">
            <a:off x="-76200" y="-197342"/>
            <a:ext cx="3597901" cy="3597900"/>
          </a:xfrm>
          <a:prstGeom prst="rect">
            <a:avLst/>
          </a:prstGeom>
          <a:noFill/>
          <a:ln>
            <a:noFill/>
          </a:ln>
        </p:spPr>
      </p:pic>
      <p:sp>
        <p:nvSpPr>
          <p:cNvPr id="513" name="Google Shape;513;p101"/>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14" name="Google Shape;514;p101"/>
          <p:cNvSpPr/>
          <p:nvPr/>
        </p:nvSpPr>
        <p:spPr>
          <a:xfrm rot="5400000">
            <a:off x="6609900" y="2475450"/>
            <a:ext cx="3310200" cy="189300"/>
          </a:xfrm>
          <a:prstGeom prst="rect">
            <a:avLst/>
          </a:prstGeom>
          <a:solidFill>
            <a:srgbClr val="FF9A74"/>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515" name="Google Shape;515;p101"/>
          <p:cNvSpPr txBox="1"/>
          <p:nvPr>
            <p:ph type="title"/>
          </p:nvPr>
        </p:nvSpPr>
        <p:spPr>
          <a:xfrm>
            <a:off x="4581175"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16" name="Google Shape;516;p101"/>
          <p:cNvSpPr txBox="1"/>
          <p:nvPr>
            <p:ph idx="1" type="subTitle"/>
          </p:nvPr>
        </p:nvSpPr>
        <p:spPr>
          <a:xfrm>
            <a:off x="4581175"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517" name="Google Shape;517;p101"/>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light 1 1 1 1">
  <p:cSld name="SECTION_TITLE_AND_DESCRIPTION_1_1_3_1_1_1_1_1">
    <p:bg>
      <p:bgPr>
        <a:solidFill>
          <a:srgbClr val="F0F0F0"/>
        </a:solidFill>
      </p:bgPr>
    </p:bg>
    <p:spTree>
      <p:nvGrpSpPr>
        <p:cNvPr id="518" name="Shape 518"/>
        <p:cNvGrpSpPr/>
        <p:nvPr/>
      </p:nvGrpSpPr>
      <p:grpSpPr>
        <a:xfrm>
          <a:off x="0" y="0"/>
          <a:ext cx="0" cy="0"/>
          <a:chOff x="0" y="0"/>
          <a:chExt cx="0" cy="0"/>
        </a:xfrm>
      </p:grpSpPr>
      <p:pic>
        <p:nvPicPr>
          <p:cNvPr id="519" name="Google Shape;519;p102"/>
          <p:cNvPicPr preferRelativeResize="0"/>
          <p:nvPr/>
        </p:nvPicPr>
        <p:blipFill rotWithShape="1">
          <a:blip r:embed="rId2">
            <a:alphaModFix/>
          </a:blip>
          <a:srcRect b="0" l="189" r="199" t="0"/>
          <a:stretch/>
        </p:blipFill>
        <p:spPr>
          <a:xfrm rot="5400000">
            <a:off x="-76200" y="-197342"/>
            <a:ext cx="3597901" cy="3597900"/>
          </a:xfrm>
          <a:prstGeom prst="rect">
            <a:avLst/>
          </a:prstGeom>
          <a:noFill/>
          <a:ln>
            <a:noFill/>
          </a:ln>
        </p:spPr>
      </p:pic>
      <p:sp>
        <p:nvSpPr>
          <p:cNvPr id="520" name="Google Shape;520;p102"/>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21" name="Google Shape;521;p102"/>
          <p:cNvSpPr/>
          <p:nvPr/>
        </p:nvSpPr>
        <p:spPr>
          <a:xfrm rot="5400000">
            <a:off x="6609900" y="2475450"/>
            <a:ext cx="3310200" cy="189300"/>
          </a:xfrm>
          <a:prstGeom prst="rect">
            <a:avLst/>
          </a:prstGeom>
          <a:solidFill>
            <a:srgbClr val="FF9A74"/>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522" name="Google Shape;522;p102"/>
          <p:cNvSpPr txBox="1"/>
          <p:nvPr>
            <p:ph type="title"/>
          </p:nvPr>
        </p:nvSpPr>
        <p:spPr>
          <a:xfrm>
            <a:off x="4571900"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23" name="Google Shape;523;p102"/>
          <p:cNvSpPr txBox="1"/>
          <p:nvPr>
            <p:ph idx="1" type="subTitle"/>
          </p:nvPr>
        </p:nvSpPr>
        <p:spPr>
          <a:xfrm>
            <a:off x="4571900"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524" name="Google Shape;524;p102"/>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gray" type="blank">
  <p:cSld name="BLANK">
    <p:spTree>
      <p:nvGrpSpPr>
        <p:cNvPr id="525" name="Shape 525"/>
        <p:cNvGrpSpPr/>
        <p:nvPr/>
      </p:nvGrpSpPr>
      <p:grpSpPr>
        <a:xfrm>
          <a:off x="0" y="0"/>
          <a:ext cx="0" cy="0"/>
          <a:chOff x="0" y="0"/>
          <a:chExt cx="0" cy="0"/>
        </a:xfrm>
      </p:grpSpPr>
      <p:sp>
        <p:nvSpPr>
          <p:cNvPr id="526" name="Google Shape;526;p10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pic>
        <p:nvPicPr>
          <p:cNvPr id="527" name="Google Shape;527;p103"/>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0F0F0"/>
        </a:solidFill>
      </p:bgPr>
    </p:bg>
    <p:spTree>
      <p:nvGrpSpPr>
        <p:cNvPr id="528" name="Shape 528"/>
        <p:cNvGrpSpPr/>
        <p:nvPr/>
      </p:nvGrpSpPr>
      <p:grpSpPr>
        <a:xfrm>
          <a:off x="0" y="0"/>
          <a:ext cx="0" cy="0"/>
          <a:chOff x="0" y="0"/>
          <a:chExt cx="0" cy="0"/>
        </a:xfrm>
      </p:grpSpPr>
      <p:sp>
        <p:nvSpPr>
          <p:cNvPr id="529" name="Google Shape;529;p10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pic>
        <p:nvPicPr>
          <p:cNvPr id="530" name="Google Shape;530;p104"/>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dark">
  <p:cSld name="BLANK_1_1">
    <p:bg>
      <p:bgPr>
        <a:solidFill>
          <a:srgbClr val="292929"/>
        </a:solidFill>
      </p:bgPr>
    </p:bg>
    <p:spTree>
      <p:nvGrpSpPr>
        <p:cNvPr id="531" name="Shape 531"/>
        <p:cNvGrpSpPr/>
        <p:nvPr/>
      </p:nvGrpSpPr>
      <p:grpSpPr>
        <a:xfrm>
          <a:off x="0" y="0"/>
          <a:ext cx="0" cy="0"/>
          <a:chOff x="0" y="0"/>
          <a:chExt cx="0" cy="0"/>
        </a:xfrm>
      </p:grpSpPr>
      <p:sp>
        <p:nvSpPr>
          <p:cNvPr id="532" name="Google Shape;532;p10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pic>
        <p:nvPicPr>
          <p:cNvPr id="533" name="Google Shape;533;p105"/>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_light" type="title">
  <p:cSld name="TITLE">
    <p:spTree>
      <p:nvGrpSpPr>
        <p:cNvPr id="537" name="Shape 537"/>
        <p:cNvGrpSpPr/>
        <p:nvPr/>
      </p:nvGrpSpPr>
      <p:grpSpPr>
        <a:xfrm>
          <a:off x="0" y="0"/>
          <a:ext cx="0" cy="0"/>
          <a:chOff x="0" y="0"/>
          <a:chExt cx="0" cy="0"/>
        </a:xfrm>
      </p:grpSpPr>
      <p:sp>
        <p:nvSpPr>
          <p:cNvPr id="538" name="Google Shape;538;p107"/>
          <p:cNvSpPr txBox="1"/>
          <p:nvPr>
            <p:ph type="ctrTitle"/>
          </p:nvPr>
        </p:nvSpPr>
        <p:spPr>
          <a:xfrm>
            <a:off x="311704" y="1691650"/>
            <a:ext cx="4254900" cy="2052600"/>
          </a:xfrm>
          <a:prstGeom prst="rect">
            <a:avLst/>
          </a:prstGeom>
        </p:spPr>
        <p:txBody>
          <a:bodyPr anchorCtr="0" anchor="b" bIns="91425" lIns="91425" spcFirstLastPara="1" rIns="91425" wrap="square" tIns="91425">
            <a:noAutofit/>
          </a:bodyPr>
          <a:lstStyle>
            <a:lvl1pPr lvl="0" rtl="0" algn="l">
              <a:lnSpc>
                <a:spcPct val="80000"/>
              </a:lnSpc>
              <a:spcBef>
                <a:spcPts val="0"/>
              </a:spcBef>
              <a:spcAft>
                <a:spcPts val="0"/>
              </a:spcAft>
              <a:buSzPts val="5500"/>
              <a:buNone/>
              <a:defRPr sz="5500"/>
            </a:lvl1pPr>
            <a:lvl2pPr lvl="1" rtl="0">
              <a:lnSpc>
                <a:spcPct val="80000"/>
              </a:lnSpc>
              <a:spcBef>
                <a:spcPts val="0"/>
              </a:spcBef>
              <a:spcAft>
                <a:spcPts val="0"/>
              </a:spcAft>
              <a:buSzPts val="5200"/>
              <a:buNone/>
              <a:defRPr sz="5200"/>
            </a:lvl2pPr>
            <a:lvl3pPr lvl="2" rtl="0">
              <a:lnSpc>
                <a:spcPct val="80000"/>
              </a:lnSpc>
              <a:spcBef>
                <a:spcPts val="0"/>
              </a:spcBef>
              <a:spcAft>
                <a:spcPts val="0"/>
              </a:spcAft>
              <a:buSzPts val="5200"/>
              <a:buNone/>
              <a:defRPr sz="5200"/>
            </a:lvl3pPr>
            <a:lvl4pPr lvl="3" rtl="0">
              <a:lnSpc>
                <a:spcPct val="80000"/>
              </a:lnSpc>
              <a:spcBef>
                <a:spcPts val="0"/>
              </a:spcBef>
              <a:spcAft>
                <a:spcPts val="0"/>
              </a:spcAft>
              <a:buSzPts val="5200"/>
              <a:buNone/>
              <a:defRPr sz="5200"/>
            </a:lvl4pPr>
            <a:lvl5pPr lvl="4" rtl="0">
              <a:lnSpc>
                <a:spcPct val="80000"/>
              </a:lnSpc>
              <a:spcBef>
                <a:spcPts val="0"/>
              </a:spcBef>
              <a:spcAft>
                <a:spcPts val="0"/>
              </a:spcAft>
              <a:buSzPts val="5200"/>
              <a:buNone/>
              <a:defRPr sz="5200"/>
            </a:lvl5pPr>
            <a:lvl6pPr lvl="5" rtl="0">
              <a:lnSpc>
                <a:spcPct val="80000"/>
              </a:lnSpc>
              <a:spcBef>
                <a:spcPts val="0"/>
              </a:spcBef>
              <a:spcAft>
                <a:spcPts val="0"/>
              </a:spcAft>
              <a:buSzPts val="5200"/>
              <a:buNone/>
              <a:defRPr sz="5200"/>
            </a:lvl6pPr>
            <a:lvl7pPr lvl="6" rtl="0">
              <a:lnSpc>
                <a:spcPct val="80000"/>
              </a:lnSpc>
              <a:spcBef>
                <a:spcPts val="0"/>
              </a:spcBef>
              <a:spcAft>
                <a:spcPts val="0"/>
              </a:spcAft>
              <a:buSzPts val="5200"/>
              <a:buNone/>
              <a:defRPr sz="5200"/>
            </a:lvl7pPr>
            <a:lvl8pPr lvl="7" rtl="0">
              <a:lnSpc>
                <a:spcPct val="80000"/>
              </a:lnSpc>
              <a:spcBef>
                <a:spcPts val="0"/>
              </a:spcBef>
              <a:spcAft>
                <a:spcPts val="0"/>
              </a:spcAft>
              <a:buSzPts val="5200"/>
              <a:buNone/>
              <a:defRPr sz="5200"/>
            </a:lvl8pPr>
            <a:lvl9pPr lvl="8" rtl="0">
              <a:lnSpc>
                <a:spcPct val="80000"/>
              </a:lnSpc>
              <a:spcBef>
                <a:spcPts val="0"/>
              </a:spcBef>
              <a:spcAft>
                <a:spcPts val="0"/>
              </a:spcAft>
              <a:buSzPts val="5200"/>
              <a:buNone/>
              <a:defRPr sz="5200"/>
            </a:lvl9pPr>
          </a:lstStyle>
          <a:p/>
        </p:txBody>
      </p:sp>
      <p:sp>
        <p:nvSpPr>
          <p:cNvPr id="539" name="Google Shape;539;p107"/>
          <p:cNvSpPr txBox="1"/>
          <p:nvPr>
            <p:ph idx="1" type="subTitle"/>
          </p:nvPr>
        </p:nvSpPr>
        <p:spPr>
          <a:xfrm>
            <a:off x="311700" y="3794760"/>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pic>
        <p:nvPicPr>
          <p:cNvPr id="540" name="Google Shape;540;p107"/>
          <p:cNvPicPr preferRelativeResize="0"/>
          <p:nvPr/>
        </p:nvPicPr>
        <p:blipFill rotWithShape="1">
          <a:blip r:embed="rId2">
            <a:alphaModFix/>
          </a:blip>
          <a:srcRect b="7416" l="0" r="14310" t="0"/>
          <a:stretch/>
        </p:blipFill>
        <p:spPr>
          <a:xfrm>
            <a:off x="5007800" y="663775"/>
            <a:ext cx="4136202" cy="4479724"/>
          </a:xfrm>
          <a:prstGeom prst="rect">
            <a:avLst/>
          </a:prstGeom>
          <a:noFill/>
          <a:ln>
            <a:noFill/>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TITLE_2">
    <p:bg>
      <p:bgPr>
        <a:solidFill>
          <a:srgbClr val="292929"/>
        </a:solidFill>
      </p:bgPr>
    </p:bg>
    <p:spTree>
      <p:nvGrpSpPr>
        <p:cNvPr id="541" name="Shape 541"/>
        <p:cNvGrpSpPr/>
        <p:nvPr/>
      </p:nvGrpSpPr>
      <p:grpSpPr>
        <a:xfrm>
          <a:off x="0" y="0"/>
          <a:ext cx="0" cy="0"/>
          <a:chOff x="0" y="0"/>
          <a:chExt cx="0" cy="0"/>
        </a:xfrm>
      </p:grpSpPr>
      <p:sp>
        <p:nvSpPr>
          <p:cNvPr id="542" name="Google Shape;542;p108"/>
          <p:cNvSpPr txBox="1"/>
          <p:nvPr>
            <p:ph type="ctrTitle"/>
          </p:nvPr>
        </p:nvSpPr>
        <p:spPr>
          <a:xfrm>
            <a:off x="311704" y="1691650"/>
            <a:ext cx="4254900" cy="2052600"/>
          </a:xfrm>
          <a:prstGeom prst="rect">
            <a:avLst/>
          </a:prstGeom>
        </p:spPr>
        <p:txBody>
          <a:bodyPr anchorCtr="0" anchor="b" bIns="91425" lIns="91425" spcFirstLastPara="1" rIns="91425" wrap="square" tIns="91425">
            <a:noAutofit/>
          </a:bodyPr>
          <a:lstStyle>
            <a:lvl1pPr lvl="0" rtl="0" algn="l">
              <a:lnSpc>
                <a:spcPct val="95000"/>
              </a:lnSpc>
              <a:spcBef>
                <a:spcPts val="0"/>
              </a:spcBef>
              <a:spcAft>
                <a:spcPts val="0"/>
              </a:spcAft>
              <a:buClr>
                <a:schemeClr val="lt1"/>
              </a:buClr>
              <a:buSzPts val="5500"/>
              <a:buNone/>
              <a:defRPr sz="5500">
                <a:solidFill>
                  <a:schemeClr val="lt1"/>
                </a:solidFill>
              </a:defRPr>
            </a:lvl1pPr>
            <a:lvl2pPr lvl="1" rtl="0">
              <a:lnSpc>
                <a:spcPct val="90000"/>
              </a:lnSpc>
              <a:spcBef>
                <a:spcPts val="0"/>
              </a:spcBef>
              <a:spcAft>
                <a:spcPts val="0"/>
              </a:spcAft>
              <a:buClr>
                <a:schemeClr val="lt1"/>
              </a:buClr>
              <a:buSzPts val="5200"/>
              <a:buNone/>
              <a:defRPr sz="5200">
                <a:solidFill>
                  <a:schemeClr val="lt1"/>
                </a:solidFill>
              </a:defRPr>
            </a:lvl2pPr>
            <a:lvl3pPr lvl="2" rtl="0">
              <a:lnSpc>
                <a:spcPct val="90000"/>
              </a:lnSpc>
              <a:spcBef>
                <a:spcPts val="0"/>
              </a:spcBef>
              <a:spcAft>
                <a:spcPts val="0"/>
              </a:spcAft>
              <a:buClr>
                <a:schemeClr val="lt1"/>
              </a:buClr>
              <a:buSzPts val="5200"/>
              <a:buNone/>
              <a:defRPr sz="5200">
                <a:solidFill>
                  <a:schemeClr val="lt1"/>
                </a:solidFill>
              </a:defRPr>
            </a:lvl3pPr>
            <a:lvl4pPr lvl="3" rtl="0">
              <a:lnSpc>
                <a:spcPct val="90000"/>
              </a:lnSpc>
              <a:spcBef>
                <a:spcPts val="0"/>
              </a:spcBef>
              <a:spcAft>
                <a:spcPts val="0"/>
              </a:spcAft>
              <a:buClr>
                <a:schemeClr val="lt1"/>
              </a:buClr>
              <a:buSzPts val="5200"/>
              <a:buNone/>
              <a:defRPr sz="5200">
                <a:solidFill>
                  <a:schemeClr val="lt1"/>
                </a:solidFill>
              </a:defRPr>
            </a:lvl4pPr>
            <a:lvl5pPr lvl="4" rtl="0">
              <a:lnSpc>
                <a:spcPct val="90000"/>
              </a:lnSpc>
              <a:spcBef>
                <a:spcPts val="0"/>
              </a:spcBef>
              <a:spcAft>
                <a:spcPts val="0"/>
              </a:spcAft>
              <a:buClr>
                <a:schemeClr val="lt1"/>
              </a:buClr>
              <a:buSzPts val="5200"/>
              <a:buNone/>
              <a:defRPr sz="5200">
                <a:solidFill>
                  <a:schemeClr val="lt1"/>
                </a:solidFill>
              </a:defRPr>
            </a:lvl5pPr>
            <a:lvl6pPr lvl="5" rtl="0">
              <a:lnSpc>
                <a:spcPct val="90000"/>
              </a:lnSpc>
              <a:spcBef>
                <a:spcPts val="0"/>
              </a:spcBef>
              <a:spcAft>
                <a:spcPts val="0"/>
              </a:spcAft>
              <a:buClr>
                <a:schemeClr val="lt1"/>
              </a:buClr>
              <a:buSzPts val="5200"/>
              <a:buNone/>
              <a:defRPr sz="5200">
                <a:solidFill>
                  <a:schemeClr val="lt1"/>
                </a:solidFill>
              </a:defRPr>
            </a:lvl6pPr>
            <a:lvl7pPr lvl="6" rtl="0">
              <a:lnSpc>
                <a:spcPct val="90000"/>
              </a:lnSpc>
              <a:spcBef>
                <a:spcPts val="0"/>
              </a:spcBef>
              <a:spcAft>
                <a:spcPts val="0"/>
              </a:spcAft>
              <a:buClr>
                <a:schemeClr val="lt1"/>
              </a:buClr>
              <a:buSzPts val="5200"/>
              <a:buNone/>
              <a:defRPr sz="5200">
                <a:solidFill>
                  <a:schemeClr val="lt1"/>
                </a:solidFill>
              </a:defRPr>
            </a:lvl7pPr>
            <a:lvl8pPr lvl="7" rtl="0">
              <a:lnSpc>
                <a:spcPct val="90000"/>
              </a:lnSpc>
              <a:spcBef>
                <a:spcPts val="0"/>
              </a:spcBef>
              <a:spcAft>
                <a:spcPts val="0"/>
              </a:spcAft>
              <a:buClr>
                <a:schemeClr val="lt1"/>
              </a:buClr>
              <a:buSzPts val="5200"/>
              <a:buNone/>
              <a:defRPr sz="5200">
                <a:solidFill>
                  <a:schemeClr val="lt1"/>
                </a:solidFill>
              </a:defRPr>
            </a:lvl8pPr>
            <a:lvl9pPr lvl="8" rtl="0">
              <a:lnSpc>
                <a:spcPct val="90000"/>
              </a:lnSpc>
              <a:spcBef>
                <a:spcPts val="0"/>
              </a:spcBef>
              <a:spcAft>
                <a:spcPts val="0"/>
              </a:spcAft>
              <a:buClr>
                <a:schemeClr val="lt1"/>
              </a:buClr>
              <a:buSzPts val="5200"/>
              <a:buNone/>
              <a:defRPr sz="5200">
                <a:solidFill>
                  <a:schemeClr val="lt1"/>
                </a:solidFill>
              </a:defRPr>
            </a:lvl9pPr>
          </a:lstStyle>
          <a:p/>
        </p:txBody>
      </p:sp>
      <p:sp>
        <p:nvSpPr>
          <p:cNvPr id="543" name="Google Shape;543;p108"/>
          <p:cNvSpPr txBox="1"/>
          <p:nvPr>
            <p:ph idx="1" type="subTitle"/>
          </p:nvPr>
        </p:nvSpPr>
        <p:spPr>
          <a:xfrm>
            <a:off x="311700" y="3794760"/>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1pPr>
            <a:lvl2pPr lvl="1"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2pPr>
            <a:lvl3pPr lvl="2"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3pPr>
            <a:lvl4pPr lvl="3"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4pPr>
            <a:lvl5pPr lvl="4"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5pPr>
            <a:lvl6pPr lvl="5"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6pPr>
            <a:lvl7pPr lvl="6"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7pPr>
            <a:lvl8pPr lvl="7"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8pPr>
            <a:lvl9pPr lvl="8" rtl="0">
              <a:lnSpc>
                <a:spcPct val="100000"/>
              </a:lnSpc>
              <a:spcBef>
                <a:spcPts val="0"/>
              </a:spcBef>
              <a:spcAft>
                <a:spcPts val="0"/>
              </a:spcAft>
              <a:buClr>
                <a:schemeClr val="lt1"/>
              </a:buClr>
              <a:buSzPts val="1600"/>
              <a:buFont typeface="DM Mono"/>
              <a:buNone/>
              <a:defRPr sz="1600">
                <a:solidFill>
                  <a:schemeClr val="lt1"/>
                </a:solidFill>
                <a:latin typeface="DM Mono"/>
                <a:ea typeface="DM Mono"/>
                <a:cs typeface="DM Mono"/>
                <a:sym typeface="DM Mono"/>
              </a:defRPr>
            </a:lvl9pPr>
          </a:lstStyle>
          <a:p/>
        </p:txBody>
      </p:sp>
      <p:pic>
        <p:nvPicPr>
          <p:cNvPr id="544" name="Google Shape;544;p108"/>
          <p:cNvPicPr preferRelativeResize="0"/>
          <p:nvPr/>
        </p:nvPicPr>
        <p:blipFill rotWithShape="1">
          <a:blip r:embed="rId2">
            <a:alphaModFix/>
          </a:blip>
          <a:srcRect b="4538" l="0" r="15132" t="4710"/>
          <a:stretch/>
        </p:blipFill>
        <p:spPr>
          <a:xfrm>
            <a:off x="3547625" y="0"/>
            <a:ext cx="5596375" cy="5143502"/>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_light" type="secHead">
  <p:cSld name="SECTION_HEADER">
    <p:spTree>
      <p:nvGrpSpPr>
        <p:cNvPr id="545" name="Shape 545"/>
        <p:cNvGrpSpPr/>
        <p:nvPr/>
      </p:nvGrpSpPr>
      <p:grpSpPr>
        <a:xfrm>
          <a:off x="0" y="0"/>
          <a:ext cx="0" cy="0"/>
          <a:chOff x="0" y="0"/>
          <a:chExt cx="0" cy="0"/>
        </a:xfrm>
      </p:grpSpPr>
      <p:sp>
        <p:nvSpPr>
          <p:cNvPr id="546" name="Google Shape;546;p10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4000"/>
              <a:buNone/>
              <a:defRPr sz="40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_dark">
  <p:cSld name="SECTION_HEADER_2">
    <p:bg>
      <p:bgPr>
        <a:solidFill>
          <a:srgbClr val="292929"/>
        </a:solidFill>
      </p:bgPr>
    </p:bg>
    <p:spTree>
      <p:nvGrpSpPr>
        <p:cNvPr id="547" name="Shape 547"/>
        <p:cNvGrpSpPr/>
        <p:nvPr/>
      </p:nvGrpSpPr>
      <p:grpSpPr>
        <a:xfrm>
          <a:off x="0" y="0"/>
          <a:ext cx="0" cy="0"/>
          <a:chOff x="0" y="0"/>
          <a:chExt cx="0" cy="0"/>
        </a:xfrm>
      </p:grpSpPr>
      <p:sp>
        <p:nvSpPr>
          <p:cNvPr id="548" name="Google Shape;548;p11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lt1"/>
              </a:buClr>
              <a:buSzPts val="4000"/>
              <a:buNone/>
              <a:defRPr sz="4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_neon">
  <p:cSld name="SECTION_HEADER_2_1">
    <p:bg>
      <p:bgPr>
        <a:solidFill>
          <a:srgbClr val="F0FF45"/>
        </a:solidFill>
      </p:bgPr>
    </p:bg>
    <p:spTree>
      <p:nvGrpSpPr>
        <p:cNvPr id="549" name="Shape 549"/>
        <p:cNvGrpSpPr/>
        <p:nvPr/>
      </p:nvGrpSpPr>
      <p:grpSpPr>
        <a:xfrm>
          <a:off x="0" y="0"/>
          <a:ext cx="0" cy="0"/>
          <a:chOff x="0" y="0"/>
          <a:chExt cx="0" cy="0"/>
        </a:xfrm>
      </p:grpSpPr>
      <p:sp>
        <p:nvSpPr>
          <p:cNvPr id="550" name="Google Shape;550;p11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40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SECTION_HEADER_3">
    <p:bg>
      <p:bgPr>
        <a:solidFill>
          <a:srgbClr val="F0F0F0"/>
        </a:solidFill>
      </p:bgPr>
    </p:bg>
    <p:spTree>
      <p:nvGrpSpPr>
        <p:cNvPr id="551" name="Shape 551"/>
        <p:cNvGrpSpPr/>
        <p:nvPr/>
      </p:nvGrpSpPr>
      <p:grpSpPr>
        <a:xfrm>
          <a:off x="0" y="0"/>
          <a:ext cx="0" cy="0"/>
          <a:chOff x="0" y="0"/>
          <a:chExt cx="0" cy="0"/>
        </a:xfrm>
      </p:grpSpPr>
      <p:sp>
        <p:nvSpPr>
          <p:cNvPr id="552" name="Google Shape;552;p112"/>
          <p:cNvSpPr txBox="1"/>
          <p:nvPr>
            <p:ph type="title"/>
          </p:nvPr>
        </p:nvSpPr>
        <p:spPr>
          <a:xfrm>
            <a:off x="311700" y="2150850"/>
            <a:ext cx="4292700" cy="8418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200"/>
              <a:buNone/>
              <a:defRPr sz="3200"/>
            </a:lvl1pPr>
            <a:lvl2pPr lvl="1" rtl="0" algn="ctr">
              <a:spcBef>
                <a:spcPts val="0"/>
              </a:spcBef>
              <a:spcAft>
                <a:spcPts val="0"/>
              </a:spcAft>
              <a:buSzPts val="3200"/>
              <a:buNone/>
              <a:defRPr sz="3200"/>
            </a:lvl2pPr>
            <a:lvl3pPr lvl="2" rtl="0" algn="ctr">
              <a:spcBef>
                <a:spcPts val="0"/>
              </a:spcBef>
              <a:spcAft>
                <a:spcPts val="0"/>
              </a:spcAft>
              <a:buSzPts val="3200"/>
              <a:buNone/>
              <a:defRPr sz="3200"/>
            </a:lvl3pPr>
            <a:lvl4pPr lvl="3" rtl="0" algn="ctr">
              <a:spcBef>
                <a:spcPts val="0"/>
              </a:spcBef>
              <a:spcAft>
                <a:spcPts val="0"/>
              </a:spcAft>
              <a:buSzPts val="3200"/>
              <a:buNone/>
              <a:defRPr sz="3200"/>
            </a:lvl4pPr>
            <a:lvl5pPr lvl="4" rtl="0" algn="ctr">
              <a:spcBef>
                <a:spcPts val="0"/>
              </a:spcBef>
              <a:spcAft>
                <a:spcPts val="0"/>
              </a:spcAft>
              <a:buSzPts val="3200"/>
              <a:buNone/>
              <a:defRPr sz="3200"/>
            </a:lvl5pPr>
            <a:lvl6pPr lvl="5" rtl="0" algn="ctr">
              <a:spcBef>
                <a:spcPts val="0"/>
              </a:spcBef>
              <a:spcAft>
                <a:spcPts val="0"/>
              </a:spcAft>
              <a:buSzPts val="3200"/>
              <a:buNone/>
              <a:defRPr sz="3200"/>
            </a:lvl6pPr>
            <a:lvl7pPr lvl="6" rtl="0" algn="ctr">
              <a:spcBef>
                <a:spcPts val="0"/>
              </a:spcBef>
              <a:spcAft>
                <a:spcPts val="0"/>
              </a:spcAft>
              <a:buSzPts val="3200"/>
              <a:buNone/>
              <a:defRPr sz="3200"/>
            </a:lvl7pPr>
            <a:lvl8pPr lvl="7" rtl="0" algn="ctr">
              <a:spcBef>
                <a:spcPts val="0"/>
              </a:spcBef>
              <a:spcAft>
                <a:spcPts val="0"/>
              </a:spcAft>
              <a:buSzPts val="3200"/>
              <a:buNone/>
              <a:defRPr sz="3200"/>
            </a:lvl8pPr>
            <a:lvl9pPr lvl="8" rtl="0" algn="ctr">
              <a:spcBef>
                <a:spcPts val="0"/>
              </a:spcBef>
              <a:spcAft>
                <a:spcPts val="0"/>
              </a:spcAft>
              <a:buSzPts val="3200"/>
              <a:buNone/>
              <a:defRPr sz="3200"/>
            </a:lvl9pPr>
          </a:lstStyle>
          <a:p/>
        </p:txBody>
      </p:sp>
      <p:cxnSp>
        <p:nvCxnSpPr>
          <p:cNvPr id="553" name="Google Shape;553;p112"/>
          <p:cNvCxnSpPr/>
          <p:nvPr/>
        </p:nvCxnSpPr>
        <p:spPr>
          <a:xfrm rot="10800000">
            <a:off x="6186175" y="1532675"/>
            <a:ext cx="3261300" cy="0"/>
          </a:xfrm>
          <a:prstGeom prst="straightConnector1">
            <a:avLst/>
          </a:prstGeom>
          <a:noFill/>
          <a:ln cap="flat" cmpd="sng" w="9525">
            <a:solidFill>
              <a:srgbClr val="1E1E1E"/>
            </a:solidFill>
            <a:prstDash val="solid"/>
            <a:round/>
            <a:headEnd len="med" w="med" type="none"/>
            <a:tailEnd len="med" w="med" type="none"/>
          </a:ln>
        </p:spPr>
      </p:cxnSp>
      <p:cxnSp>
        <p:nvCxnSpPr>
          <p:cNvPr id="554" name="Google Shape;554;p112"/>
          <p:cNvCxnSpPr/>
          <p:nvPr/>
        </p:nvCxnSpPr>
        <p:spPr>
          <a:xfrm>
            <a:off x="6573900" y="666900"/>
            <a:ext cx="0" cy="3809700"/>
          </a:xfrm>
          <a:prstGeom prst="straightConnector1">
            <a:avLst/>
          </a:prstGeom>
          <a:noFill/>
          <a:ln cap="flat" cmpd="sng" w="9525">
            <a:solidFill>
              <a:srgbClr val="1E1E1E"/>
            </a:solidFill>
            <a:prstDash val="solid"/>
            <a:round/>
            <a:headEnd len="med" w="med" type="none"/>
            <a:tailEnd len="med" w="med" type="none"/>
          </a:ln>
        </p:spPr>
      </p:cxnSp>
      <p:sp>
        <p:nvSpPr>
          <p:cNvPr id="555" name="Google Shape;555;p112"/>
          <p:cNvSpPr txBox="1"/>
          <p:nvPr>
            <p:ph idx="1" type="body"/>
          </p:nvPr>
        </p:nvSpPr>
        <p:spPr>
          <a:xfrm>
            <a:off x="6916025" y="1754525"/>
            <a:ext cx="1916400" cy="2703000"/>
          </a:xfrm>
          <a:prstGeom prst="rect">
            <a:avLst/>
          </a:prstGeom>
        </p:spPr>
        <p:txBody>
          <a:bodyPr anchorCtr="0" anchor="b" bIns="91425" lIns="0"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pic>
        <p:nvPicPr>
          <p:cNvPr id="556" name="Google Shape;556;p112"/>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light">
  <p:cSld name="SECTION_HEADER_2_1_1">
    <p:bg>
      <p:bgPr>
        <a:solidFill>
          <a:schemeClr val="lt1"/>
        </a:solidFill>
      </p:bgPr>
    </p:bg>
    <p:spTree>
      <p:nvGrpSpPr>
        <p:cNvPr id="557" name="Shape 557"/>
        <p:cNvGrpSpPr/>
        <p:nvPr/>
      </p:nvGrpSpPr>
      <p:grpSpPr>
        <a:xfrm>
          <a:off x="0" y="0"/>
          <a:ext cx="0" cy="0"/>
          <a:chOff x="0" y="0"/>
          <a:chExt cx="0" cy="0"/>
        </a:xfrm>
      </p:grpSpPr>
      <p:sp>
        <p:nvSpPr>
          <p:cNvPr id="558" name="Google Shape;558;p113"/>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559" name="Google Shape;559;p113"/>
          <p:cNvPicPr preferRelativeResize="0"/>
          <p:nvPr/>
        </p:nvPicPr>
        <p:blipFill>
          <a:blip r:embed="rId2">
            <a:alphaModFix/>
          </a:blip>
          <a:stretch>
            <a:fillRect/>
          </a:stretch>
        </p:blipFill>
        <p:spPr>
          <a:xfrm>
            <a:off x="3996224" y="0"/>
            <a:ext cx="5147778" cy="5143500"/>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dark">
  <p:cSld name="SECTION_HEADER_2_1_1_1">
    <p:bg>
      <p:bgPr>
        <a:solidFill>
          <a:srgbClr val="292929"/>
        </a:solidFill>
      </p:bgPr>
    </p:bg>
    <p:spTree>
      <p:nvGrpSpPr>
        <p:cNvPr id="560" name="Shape 560"/>
        <p:cNvGrpSpPr/>
        <p:nvPr/>
      </p:nvGrpSpPr>
      <p:grpSpPr>
        <a:xfrm>
          <a:off x="0" y="0"/>
          <a:ext cx="0" cy="0"/>
          <a:chOff x="0" y="0"/>
          <a:chExt cx="0" cy="0"/>
        </a:xfrm>
      </p:grpSpPr>
      <p:sp>
        <p:nvSpPr>
          <p:cNvPr id="561" name="Google Shape;561;p114"/>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Clr>
                <a:schemeClr val="lt1"/>
              </a:buClr>
              <a:buSzPts val="3600"/>
              <a:buNone/>
              <a:defRPr sz="3600">
                <a:solidFill>
                  <a:schemeClr val="lt1"/>
                </a:solidFill>
              </a:defRPr>
            </a:lvl2pPr>
            <a:lvl3pPr lvl="2" rtl="0" algn="ctr">
              <a:lnSpc>
                <a:spcPct val="80000"/>
              </a:lnSpc>
              <a:spcBef>
                <a:spcPts val="0"/>
              </a:spcBef>
              <a:spcAft>
                <a:spcPts val="0"/>
              </a:spcAft>
              <a:buClr>
                <a:schemeClr val="lt1"/>
              </a:buClr>
              <a:buSzPts val="3600"/>
              <a:buNone/>
              <a:defRPr sz="3600">
                <a:solidFill>
                  <a:schemeClr val="lt1"/>
                </a:solidFill>
              </a:defRPr>
            </a:lvl3pPr>
            <a:lvl4pPr lvl="3" rtl="0" algn="ctr">
              <a:lnSpc>
                <a:spcPct val="80000"/>
              </a:lnSpc>
              <a:spcBef>
                <a:spcPts val="0"/>
              </a:spcBef>
              <a:spcAft>
                <a:spcPts val="0"/>
              </a:spcAft>
              <a:buClr>
                <a:schemeClr val="lt1"/>
              </a:buClr>
              <a:buSzPts val="3600"/>
              <a:buNone/>
              <a:defRPr sz="3600">
                <a:solidFill>
                  <a:schemeClr val="lt1"/>
                </a:solidFill>
              </a:defRPr>
            </a:lvl4pPr>
            <a:lvl5pPr lvl="4" rtl="0" algn="ctr">
              <a:lnSpc>
                <a:spcPct val="80000"/>
              </a:lnSpc>
              <a:spcBef>
                <a:spcPts val="0"/>
              </a:spcBef>
              <a:spcAft>
                <a:spcPts val="0"/>
              </a:spcAft>
              <a:buClr>
                <a:schemeClr val="lt1"/>
              </a:buClr>
              <a:buSzPts val="3600"/>
              <a:buNone/>
              <a:defRPr sz="3600">
                <a:solidFill>
                  <a:schemeClr val="lt1"/>
                </a:solidFill>
              </a:defRPr>
            </a:lvl5pPr>
            <a:lvl6pPr lvl="5" rtl="0" algn="ctr">
              <a:lnSpc>
                <a:spcPct val="80000"/>
              </a:lnSpc>
              <a:spcBef>
                <a:spcPts val="0"/>
              </a:spcBef>
              <a:spcAft>
                <a:spcPts val="0"/>
              </a:spcAft>
              <a:buClr>
                <a:schemeClr val="lt1"/>
              </a:buClr>
              <a:buSzPts val="3600"/>
              <a:buNone/>
              <a:defRPr sz="3600">
                <a:solidFill>
                  <a:schemeClr val="lt1"/>
                </a:solidFill>
              </a:defRPr>
            </a:lvl6pPr>
            <a:lvl7pPr lvl="6" rtl="0" algn="ctr">
              <a:lnSpc>
                <a:spcPct val="80000"/>
              </a:lnSpc>
              <a:spcBef>
                <a:spcPts val="0"/>
              </a:spcBef>
              <a:spcAft>
                <a:spcPts val="0"/>
              </a:spcAft>
              <a:buClr>
                <a:schemeClr val="lt1"/>
              </a:buClr>
              <a:buSzPts val="3600"/>
              <a:buNone/>
              <a:defRPr sz="3600">
                <a:solidFill>
                  <a:schemeClr val="lt1"/>
                </a:solidFill>
              </a:defRPr>
            </a:lvl7pPr>
            <a:lvl8pPr lvl="7" rtl="0" algn="ctr">
              <a:lnSpc>
                <a:spcPct val="80000"/>
              </a:lnSpc>
              <a:spcBef>
                <a:spcPts val="0"/>
              </a:spcBef>
              <a:spcAft>
                <a:spcPts val="0"/>
              </a:spcAft>
              <a:buClr>
                <a:schemeClr val="lt1"/>
              </a:buClr>
              <a:buSzPts val="3600"/>
              <a:buNone/>
              <a:defRPr sz="3600">
                <a:solidFill>
                  <a:schemeClr val="lt1"/>
                </a:solidFill>
              </a:defRPr>
            </a:lvl8pPr>
            <a:lvl9pPr lvl="8" rtl="0" algn="ctr">
              <a:lnSpc>
                <a:spcPct val="80000"/>
              </a:lnSpc>
              <a:spcBef>
                <a:spcPts val="0"/>
              </a:spcBef>
              <a:spcAft>
                <a:spcPts val="0"/>
              </a:spcAft>
              <a:buClr>
                <a:schemeClr val="lt1"/>
              </a:buClr>
              <a:buSzPts val="3600"/>
              <a:buNone/>
              <a:defRPr sz="3600">
                <a:solidFill>
                  <a:schemeClr val="lt1"/>
                </a:solidFill>
              </a:defRPr>
            </a:lvl9pPr>
          </a:lstStyle>
          <a:p/>
        </p:txBody>
      </p:sp>
      <p:pic>
        <p:nvPicPr>
          <p:cNvPr id="562" name="Google Shape;562;p114"/>
          <p:cNvPicPr preferRelativeResize="0"/>
          <p:nvPr/>
        </p:nvPicPr>
        <p:blipFill>
          <a:blip r:embed="rId2">
            <a:alphaModFix/>
          </a:blip>
          <a:stretch>
            <a:fillRect/>
          </a:stretch>
        </p:blipFill>
        <p:spPr>
          <a:xfrm>
            <a:off x="3996224" y="0"/>
            <a:ext cx="5147778" cy="5143500"/>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dark 1">
  <p:cSld name="SECTION_HEADER_2_1_1_1_2">
    <p:bg>
      <p:bgPr>
        <a:solidFill>
          <a:srgbClr val="292929"/>
        </a:solidFill>
      </p:bgPr>
    </p:bg>
    <p:spTree>
      <p:nvGrpSpPr>
        <p:cNvPr id="563" name="Shape 563"/>
        <p:cNvGrpSpPr/>
        <p:nvPr/>
      </p:nvGrpSpPr>
      <p:grpSpPr>
        <a:xfrm>
          <a:off x="0" y="0"/>
          <a:ext cx="0" cy="0"/>
          <a:chOff x="0" y="0"/>
          <a:chExt cx="0" cy="0"/>
        </a:xfrm>
      </p:grpSpPr>
      <p:sp>
        <p:nvSpPr>
          <p:cNvPr id="564" name="Google Shape;564;p115"/>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Clr>
                <a:schemeClr val="lt1"/>
              </a:buClr>
              <a:buSzPts val="3600"/>
              <a:buNone/>
              <a:defRPr sz="3600">
                <a:solidFill>
                  <a:schemeClr val="lt1"/>
                </a:solidFill>
              </a:defRPr>
            </a:lvl2pPr>
            <a:lvl3pPr lvl="2" rtl="0" algn="ctr">
              <a:lnSpc>
                <a:spcPct val="80000"/>
              </a:lnSpc>
              <a:spcBef>
                <a:spcPts val="0"/>
              </a:spcBef>
              <a:spcAft>
                <a:spcPts val="0"/>
              </a:spcAft>
              <a:buClr>
                <a:schemeClr val="lt1"/>
              </a:buClr>
              <a:buSzPts val="3600"/>
              <a:buNone/>
              <a:defRPr sz="3600">
                <a:solidFill>
                  <a:schemeClr val="lt1"/>
                </a:solidFill>
              </a:defRPr>
            </a:lvl3pPr>
            <a:lvl4pPr lvl="3" rtl="0" algn="ctr">
              <a:lnSpc>
                <a:spcPct val="80000"/>
              </a:lnSpc>
              <a:spcBef>
                <a:spcPts val="0"/>
              </a:spcBef>
              <a:spcAft>
                <a:spcPts val="0"/>
              </a:spcAft>
              <a:buClr>
                <a:schemeClr val="lt1"/>
              </a:buClr>
              <a:buSzPts val="3600"/>
              <a:buNone/>
              <a:defRPr sz="3600">
                <a:solidFill>
                  <a:schemeClr val="lt1"/>
                </a:solidFill>
              </a:defRPr>
            </a:lvl4pPr>
            <a:lvl5pPr lvl="4" rtl="0" algn="ctr">
              <a:lnSpc>
                <a:spcPct val="80000"/>
              </a:lnSpc>
              <a:spcBef>
                <a:spcPts val="0"/>
              </a:spcBef>
              <a:spcAft>
                <a:spcPts val="0"/>
              </a:spcAft>
              <a:buClr>
                <a:schemeClr val="lt1"/>
              </a:buClr>
              <a:buSzPts val="3600"/>
              <a:buNone/>
              <a:defRPr sz="3600">
                <a:solidFill>
                  <a:schemeClr val="lt1"/>
                </a:solidFill>
              </a:defRPr>
            </a:lvl5pPr>
            <a:lvl6pPr lvl="5" rtl="0" algn="ctr">
              <a:lnSpc>
                <a:spcPct val="80000"/>
              </a:lnSpc>
              <a:spcBef>
                <a:spcPts val="0"/>
              </a:spcBef>
              <a:spcAft>
                <a:spcPts val="0"/>
              </a:spcAft>
              <a:buClr>
                <a:schemeClr val="lt1"/>
              </a:buClr>
              <a:buSzPts val="3600"/>
              <a:buNone/>
              <a:defRPr sz="3600">
                <a:solidFill>
                  <a:schemeClr val="lt1"/>
                </a:solidFill>
              </a:defRPr>
            </a:lvl6pPr>
            <a:lvl7pPr lvl="6" rtl="0" algn="ctr">
              <a:lnSpc>
                <a:spcPct val="80000"/>
              </a:lnSpc>
              <a:spcBef>
                <a:spcPts val="0"/>
              </a:spcBef>
              <a:spcAft>
                <a:spcPts val="0"/>
              </a:spcAft>
              <a:buClr>
                <a:schemeClr val="lt1"/>
              </a:buClr>
              <a:buSzPts val="3600"/>
              <a:buNone/>
              <a:defRPr sz="3600">
                <a:solidFill>
                  <a:schemeClr val="lt1"/>
                </a:solidFill>
              </a:defRPr>
            </a:lvl7pPr>
            <a:lvl8pPr lvl="7" rtl="0" algn="ctr">
              <a:lnSpc>
                <a:spcPct val="80000"/>
              </a:lnSpc>
              <a:spcBef>
                <a:spcPts val="0"/>
              </a:spcBef>
              <a:spcAft>
                <a:spcPts val="0"/>
              </a:spcAft>
              <a:buClr>
                <a:schemeClr val="lt1"/>
              </a:buClr>
              <a:buSzPts val="3600"/>
              <a:buNone/>
              <a:defRPr sz="3600">
                <a:solidFill>
                  <a:schemeClr val="lt1"/>
                </a:solidFill>
              </a:defRPr>
            </a:lvl8pPr>
            <a:lvl9pPr lvl="8" rtl="0" algn="ctr">
              <a:lnSpc>
                <a:spcPct val="80000"/>
              </a:lnSpc>
              <a:spcBef>
                <a:spcPts val="0"/>
              </a:spcBef>
              <a:spcAft>
                <a:spcPts val="0"/>
              </a:spcAft>
              <a:buClr>
                <a:schemeClr val="lt1"/>
              </a:buClr>
              <a:buSzPts val="3600"/>
              <a:buNone/>
              <a:defRPr sz="3600">
                <a:solidFill>
                  <a:schemeClr val="lt1"/>
                </a:solidFill>
              </a:defRPr>
            </a:lvl9pPr>
          </a:lstStyle>
          <a:p/>
        </p:txBody>
      </p:sp>
      <p:pic>
        <p:nvPicPr>
          <p:cNvPr id="565" name="Google Shape;565;p115"/>
          <p:cNvPicPr preferRelativeResize="0"/>
          <p:nvPr/>
        </p:nvPicPr>
        <p:blipFill rotWithShape="1">
          <a:blip r:embed="rId2">
            <a:alphaModFix/>
          </a:blip>
          <a:srcRect b="0" l="0" r="0" t="0"/>
          <a:stretch/>
        </p:blipFill>
        <p:spPr>
          <a:xfrm>
            <a:off x="3981453" y="-9525"/>
            <a:ext cx="5162547" cy="5162547"/>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dark 1 1">
  <p:cSld name="SECTION_HEADER_2_1_1_1_2_1">
    <p:bg>
      <p:bgPr>
        <a:solidFill>
          <a:schemeClr val="lt1"/>
        </a:solidFill>
      </p:bgPr>
    </p:bg>
    <p:spTree>
      <p:nvGrpSpPr>
        <p:cNvPr id="566" name="Shape 566"/>
        <p:cNvGrpSpPr/>
        <p:nvPr/>
      </p:nvGrpSpPr>
      <p:grpSpPr>
        <a:xfrm>
          <a:off x="0" y="0"/>
          <a:ext cx="0" cy="0"/>
          <a:chOff x="0" y="0"/>
          <a:chExt cx="0" cy="0"/>
        </a:xfrm>
      </p:grpSpPr>
      <p:sp>
        <p:nvSpPr>
          <p:cNvPr id="567" name="Google Shape;567;p116"/>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568" name="Google Shape;568;p116"/>
          <p:cNvPicPr preferRelativeResize="0"/>
          <p:nvPr/>
        </p:nvPicPr>
        <p:blipFill rotWithShape="1">
          <a:blip r:embed="rId2">
            <a:alphaModFix/>
          </a:blip>
          <a:srcRect b="0" l="0" r="0" t="0"/>
          <a:stretch/>
        </p:blipFill>
        <p:spPr>
          <a:xfrm>
            <a:off x="3981453" y="-9525"/>
            <a:ext cx="5162547" cy="5162547"/>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light)">
  <p:cSld name="SECTION_HEADER_2_1_1_2">
    <p:bg>
      <p:bgPr>
        <a:solidFill>
          <a:schemeClr val="lt1"/>
        </a:solidFill>
      </p:bgPr>
    </p:bg>
    <p:spTree>
      <p:nvGrpSpPr>
        <p:cNvPr id="569" name="Shape 569"/>
        <p:cNvGrpSpPr/>
        <p:nvPr/>
      </p:nvGrpSpPr>
      <p:grpSpPr>
        <a:xfrm>
          <a:off x="0" y="0"/>
          <a:ext cx="0" cy="0"/>
          <a:chOff x="0" y="0"/>
          <a:chExt cx="0" cy="0"/>
        </a:xfrm>
      </p:grpSpPr>
      <p:sp>
        <p:nvSpPr>
          <p:cNvPr id="570" name="Google Shape;570;p117"/>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571" name="Google Shape;571;p117"/>
          <p:cNvPicPr preferRelativeResize="0"/>
          <p:nvPr/>
        </p:nvPicPr>
        <p:blipFill>
          <a:blip r:embed="rId2">
            <a:alphaModFix/>
          </a:blip>
          <a:stretch>
            <a:fillRect/>
          </a:stretch>
        </p:blipFill>
        <p:spPr>
          <a:xfrm>
            <a:off x="3962400" y="-14250"/>
            <a:ext cx="5174943" cy="5172000"/>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p:cSld name="SECTION_HEADER_2_1_1_1_1">
    <p:bg>
      <p:bgPr>
        <a:solidFill>
          <a:srgbClr val="292929"/>
        </a:solidFill>
      </p:bgPr>
    </p:bg>
    <p:spTree>
      <p:nvGrpSpPr>
        <p:cNvPr id="572" name="Shape 572"/>
        <p:cNvGrpSpPr/>
        <p:nvPr/>
      </p:nvGrpSpPr>
      <p:grpSpPr>
        <a:xfrm>
          <a:off x="0" y="0"/>
          <a:ext cx="0" cy="0"/>
          <a:chOff x="0" y="0"/>
          <a:chExt cx="0" cy="0"/>
        </a:xfrm>
      </p:grpSpPr>
      <p:sp>
        <p:nvSpPr>
          <p:cNvPr id="573" name="Google Shape;573;p118"/>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Clr>
                <a:schemeClr val="lt1"/>
              </a:buClr>
              <a:buSzPts val="3600"/>
              <a:buNone/>
              <a:defRPr sz="3600">
                <a:solidFill>
                  <a:schemeClr val="lt1"/>
                </a:solidFill>
              </a:defRPr>
            </a:lvl2pPr>
            <a:lvl3pPr lvl="2" rtl="0" algn="ctr">
              <a:lnSpc>
                <a:spcPct val="80000"/>
              </a:lnSpc>
              <a:spcBef>
                <a:spcPts val="0"/>
              </a:spcBef>
              <a:spcAft>
                <a:spcPts val="0"/>
              </a:spcAft>
              <a:buClr>
                <a:schemeClr val="lt1"/>
              </a:buClr>
              <a:buSzPts val="3600"/>
              <a:buNone/>
              <a:defRPr sz="3600">
                <a:solidFill>
                  <a:schemeClr val="lt1"/>
                </a:solidFill>
              </a:defRPr>
            </a:lvl3pPr>
            <a:lvl4pPr lvl="3" rtl="0" algn="ctr">
              <a:lnSpc>
                <a:spcPct val="80000"/>
              </a:lnSpc>
              <a:spcBef>
                <a:spcPts val="0"/>
              </a:spcBef>
              <a:spcAft>
                <a:spcPts val="0"/>
              </a:spcAft>
              <a:buClr>
                <a:schemeClr val="lt1"/>
              </a:buClr>
              <a:buSzPts val="3600"/>
              <a:buNone/>
              <a:defRPr sz="3600">
                <a:solidFill>
                  <a:schemeClr val="lt1"/>
                </a:solidFill>
              </a:defRPr>
            </a:lvl4pPr>
            <a:lvl5pPr lvl="4" rtl="0" algn="ctr">
              <a:lnSpc>
                <a:spcPct val="80000"/>
              </a:lnSpc>
              <a:spcBef>
                <a:spcPts val="0"/>
              </a:spcBef>
              <a:spcAft>
                <a:spcPts val="0"/>
              </a:spcAft>
              <a:buClr>
                <a:schemeClr val="lt1"/>
              </a:buClr>
              <a:buSzPts val="3600"/>
              <a:buNone/>
              <a:defRPr sz="3600">
                <a:solidFill>
                  <a:schemeClr val="lt1"/>
                </a:solidFill>
              </a:defRPr>
            </a:lvl5pPr>
            <a:lvl6pPr lvl="5" rtl="0" algn="ctr">
              <a:lnSpc>
                <a:spcPct val="80000"/>
              </a:lnSpc>
              <a:spcBef>
                <a:spcPts val="0"/>
              </a:spcBef>
              <a:spcAft>
                <a:spcPts val="0"/>
              </a:spcAft>
              <a:buClr>
                <a:schemeClr val="lt1"/>
              </a:buClr>
              <a:buSzPts val="3600"/>
              <a:buNone/>
              <a:defRPr sz="3600">
                <a:solidFill>
                  <a:schemeClr val="lt1"/>
                </a:solidFill>
              </a:defRPr>
            </a:lvl6pPr>
            <a:lvl7pPr lvl="6" rtl="0" algn="ctr">
              <a:lnSpc>
                <a:spcPct val="80000"/>
              </a:lnSpc>
              <a:spcBef>
                <a:spcPts val="0"/>
              </a:spcBef>
              <a:spcAft>
                <a:spcPts val="0"/>
              </a:spcAft>
              <a:buClr>
                <a:schemeClr val="lt1"/>
              </a:buClr>
              <a:buSzPts val="3600"/>
              <a:buNone/>
              <a:defRPr sz="3600">
                <a:solidFill>
                  <a:schemeClr val="lt1"/>
                </a:solidFill>
              </a:defRPr>
            </a:lvl7pPr>
            <a:lvl8pPr lvl="7" rtl="0" algn="ctr">
              <a:lnSpc>
                <a:spcPct val="80000"/>
              </a:lnSpc>
              <a:spcBef>
                <a:spcPts val="0"/>
              </a:spcBef>
              <a:spcAft>
                <a:spcPts val="0"/>
              </a:spcAft>
              <a:buClr>
                <a:schemeClr val="lt1"/>
              </a:buClr>
              <a:buSzPts val="3600"/>
              <a:buNone/>
              <a:defRPr sz="3600">
                <a:solidFill>
                  <a:schemeClr val="lt1"/>
                </a:solidFill>
              </a:defRPr>
            </a:lvl8pPr>
            <a:lvl9pPr lvl="8" rtl="0" algn="ctr">
              <a:lnSpc>
                <a:spcPct val="80000"/>
              </a:lnSpc>
              <a:spcBef>
                <a:spcPts val="0"/>
              </a:spcBef>
              <a:spcAft>
                <a:spcPts val="0"/>
              </a:spcAft>
              <a:buClr>
                <a:schemeClr val="lt1"/>
              </a:buClr>
              <a:buSzPts val="3600"/>
              <a:buNone/>
              <a:defRPr sz="3600">
                <a:solidFill>
                  <a:schemeClr val="lt1"/>
                </a:solidFill>
              </a:defRPr>
            </a:lvl9pPr>
          </a:lstStyle>
          <a:p/>
        </p:txBody>
      </p:sp>
      <p:pic>
        <p:nvPicPr>
          <p:cNvPr id="574" name="Google Shape;574;p118"/>
          <p:cNvPicPr preferRelativeResize="0"/>
          <p:nvPr/>
        </p:nvPicPr>
        <p:blipFill>
          <a:blip r:embed="rId2">
            <a:alphaModFix/>
          </a:blip>
          <a:stretch>
            <a:fillRect/>
          </a:stretch>
        </p:blipFill>
        <p:spPr>
          <a:xfrm>
            <a:off x="3962400" y="-14250"/>
            <a:ext cx="5174943" cy="5172000"/>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light) 1">
  <p:cSld name="SECTION_HEADER_2_1_1_2_1">
    <p:bg>
      <p:bgPr>
        <a:solidFill>
          <a:schemeClr val="lt1"/>
        </a:solidFill>
      </p:bgPr>
    </p:bg>
    <p:spTree>
      <p:nvGrpSpPr>
        <p:cNvPr id="575" name="Shape 575"/>
        <p:cNvGrpSpPr/>
        <p:nvPr/>
      </p:nvGrpSpPr>
      <p:grpSpPr>
        <a:xfrm>
          <a:off x="0" y="0"/>
          <a:ext cx="0" cy="0"/>
          <a:chOff x="0" y="0"/>
          <a:chExt cx="0" cy="0"/>
        </a:xfrm>
      </p:grpSpPr>
      <p:sp>
        <p:nvSpPr>
          <p:cNvPr id="576" name="Google Shape;576;p119"/>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577" name="Google Shape;577;p119"/>
          <p:cNvPicPr preferRelativeResize="0"/>
          <p:nvPr/>
        </p:nvPicPr>
        <p:blipFill>
          <a:blip r:embed="rId2">
            <a:alphaModFix/>
          </a:blip>
          <a:stretch>
            <a:fillRect/>
          </a:stretch>
        </p:blipFill>
        <p:spPr>
          <a:xfrm>
            <a:off x="3962400" y="-14250"/>
            <a:ext cx="5174943" cy="5172000"/>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1">
  <p:cSld name="SECTION_HEADER_2_1_1_1_1_1">
    <p:bg>
      <p:bgPr>
        <a:solidFill>
          <a:srgbClr val="292929"/>
        </a:solidFill>
      </p:bgPr>
    </p:bg>
    <p:spTree>
      <p:nvGrpSpPr>
        <p:cNvPr id="578" name="Shape 578"/>
        <p:cNvGrpSpPr/>
        <p:nvPr/>
      </p:nvGrpSpPr>
      <p:grpSpPr>
        <a:xfrm>
          <a:off x="0" y="0"/>
          <a:ext cx="0" cy="0"/>
          <a:chOff x="0" y="0"/>
          <a:chExt cx="0" cy="0"/>
        </a:xfrm>
      </p:grpSpPr>
      <p:sp>
        <p:nvSpPr>
          <p:cNvPr id="579" name="Google Shape;579;p120"/>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Clr>
                <a:schemeClr val="lt1"/>
              </a:buClr>
              <a:buSzPts val="3600"/>
              <a:buNone/>
              <a:defRPr sz="3600">
                <a:solidFill>
                  <a:schemeClr val="lt1"/>
                </a:solidFill>
              </a:defRPr>
            </a:lvl2pPr>
            <a:lvl3pPr lvl="2" rtl="0" algn="ctr">
              <a:lnSpc>
                <a:spcPct val="80000"/>
              </a:lnSpc>
              <a:spcBef>
                <a:spcPts val="0"/>
              </a:spcBef>
              <a:spcAft>
                <a:spcPts val="0"/>
              </a:spcAft>
              <a:buClr>
                <a:schemeClr val="lt1"/>
              </a:buClr>
              <a:buSzPts val="3600"/>
              <a:buNone/>
              <a:defRPr sz="3600">
                <a:solidFill>
                  <a:schemeClr val="lt1"/>
                </a:solidFill>
              </a:defRPr>
            </a:lvl3pPr>
            <a:lvl4pPr lvl="3" rtl="0" algn="ctr">
              <a:lnSpc>
                <a:spcPct val="80000"/>
              </a:lnSpc>
              <a:spcBef>
                <a:spcPts val="0"/>
              </a:spcBef>
              <a:spcAft>
                <a:spcPts val="0"/>
              </a:spcAft>
              <a:buClr>
                <a:schemeClr val="lt1"/>
              </a:buClr>
              <a:buSzPts val="3600"/>
              <a:buNone/>
              <a:defRPr sz="3600">
                <a:solidFill>
                  <a:schemeClr val="lt1"/>
                </a:solidFill>
              </a:defRPr>
            </a:lvl4pPr>
            <a:lvl5pPr lvl="4" rtl="0" algn="ctr">
              <a:lnSpc>
                <a:spcPct val="80000"/>
              </a:lnSpc>
              <a:spcBef>
                <a:spcPts val="0"/>
              </a:spcBef>
              <a:spcAft>
                <a:spcPts val="0"/>
              </a:spcAft>
              <a:buClr>
                <a:schemeClr val="lt1"/>
              </a:buClr>
              <a:buSzPts val="3600"/>
              <a:buNone/>
              <a:defRPr sz="3600">
                <a:solidFill>
                  <a:schemeClr val="lt1"/>
                </a:solidFill>
              </a:defRPr>
            </a:lvl5pPr>
            <a:lvl6pPr lvl="5" rtl="0" algn="ctr">
              <a:lnSpc>
                <a:spcPct val="80000"/>
              </a:lnSpc>
              <a:spcBef>
                <a:spcPts val="0"/>
              </a:spcBef>
              <a:spcAft>
                <a:spcPts val="0"/>
              </a:spcAft>
              <a:buClr>
                <a:schemeClr val="lt1"/>
              </a:buClr>
              <a:buSzPts val="3600"/>
              <a:buNone/>
              <a:defRPr sz="3600">
                <a:solidFill>
                  <a:schemeClr val="lt1"/>
                </a:solidFill>
              </a:defRPr>
            </a:lvl6pPr>
            <a:lvl7pPr lvl="6" rtl="0" algn="ctr">
              <a:lnSpc>
                <a:spcPct val="80000"/>
              </a:lnSpc>
              <a:spcBef>
                <a:spcPts val="0"/>
              </a:spcBef>
              <a:spcAft>
                <a:spcPts val="0"/>
              </a:spcAft>
              <a:buClr>
                <a:schemeClr val="lt1"/>
              </a:buClr>
              <a:buSzPts val="3600"/>
              <a:buNone/>
              <a:defRPr sz="3600">
                <a:solidFill>
                  <a:schemeClr val="lt1"/>
                </a:solidFill>
              </a:defRPr>
            </a:lvl7pPr>
            <a:lvl8pPr lvl="7" rtl="0" algn="ctr">
              <a:lnSpc>
                <a:spcPct val="80000"/>
              </a:lnSpc>
              <a:spcBef>
                <a:spcPts val="0"/>
              </a:spcBef>
              <a:spcAft>
                <a:spcPts val="0"/>
              </a:spcAft>
              <a:buClr>
                <a:schemeClr val="lt1"/>
              </a:buClr>
              <a:buSzPts val="3600"/>
              <a:buNone/>
              <a:defRPr sz="3600">
                <a:solidFill>
                  <a:schemeClr val="lt1"/>
                </a:solidFill>
              </a:defRPr>
            </a:lvl8pPr>
            <a:lvl9pPr lvl="8" rtl="0" algn="ctr">
              <a:lnSpc>
                <a:spcPct val="80000"/>
              </a:lnSpc>
              <a:spcBef>
                <a:spcPts val="0"/>
              </a:spcBef>
              <a:spcAft>
                <a:spcPts val="0"/>
              </a:spcAft>
              <a:buClr>
                <a:schemeClr val="lt1"/>
              </a:buClr>
              <a:buSzPts val="3600"/>
              <a:buNone/>
              <a:defRPr sz="3600">
                <a:solidFill>
                  <a:schemeClr val="lt1"/>
                </a:solidFill>
              </a:defRPr>
            </a:lvl9pPr>
          </a:lstStyle>
          <a:p/>
        </p:txBody>
      </p:sp>
      <p:pic>
        <p:nvPicPr>
          <p:cNvPr id="580" name="Google Shape;580;p120"/>
          <p:cNvPicPr preferRelativeResize="0"/>
          <p:nvPr/>
        </p:nvPicPr>
        <p:blipFill>
          <a:blip r:embed="rId2">
            <a:alphaModFix/>
          </a:blip>
          <a:stretch>
            <a:fillRect/>
          </a:stretch>
        </p:blipFill>
        <p:spPr>
          <a:xfrm>
            <a:off x="3962400" y="-14250"/>
            <a:ext cx="5174943" cy="5172000"/>
          </a:xfrm>
          <a:prstGeom prst="rect">
            <a:avLst/>
          </a:prstGeom>
          <a:noFill/>
          <a:ln>
            <a:noFill/>
          </a:ln>
        </p:spPr>
      </p:pic>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light) 1 1">
  <p:cSld name="SECTION_HEADER_2_1_1_2_1_1">
    <p:bg>
      <p:bgPr>
        <a:solidFill>
          <a:schemeClr val="lt1"/>
        </a:solidFill>
      </p:bgPr>
    </p:bg>
    <p:spTree>
      <p:nvGrpSpPr>
        <p:cNvPr id="581" name="Shape 581"/>
        <p:cNvGrpSpPr/>
        <p:nvPr/>
      </p:nvGrpSpPr>
      <p:grpSpPr>
        <a:xfrm>
          <a:off x="0" y="0"/>
          <a:ext cx="0" cy="0"/>
          <a:chOff x="0" y="0"/>
          <a:chExt cx="0" cy="0"/>
        </a:xfrm>
      </p:grpSpPr>
      <p:sp>
        <p:nvSpPr>
          <p:cNvPr id="582" name="Google Shape;582;p121"/>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583" name="Google Shape;583;p121"/>
          <p:cNvPicPr preferRelativeResize="0"/>
          <p:nvPr/>
        </p:nvPicPr>
        <p:blipFill>
          <a:blip r:embed="rId2">
            <a:alphaModFix/>
          </a:blip>
          <a:stretch>
            <a:fillRect/>
          </a:stretch>
        </p:blipFill>
        <p:spPr>
          <a:xfrm rot="-5400000">
            <a:off x="3981450" y="0"/>
            <a:ext cx="5162550" cy="5162550"/>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1 1">
  <p:cSld name="SECTION_HEADER_2_1_1_1_1_1_1">
    <p:bg>
      <p:bgPr>
        <a:solidFill>
          <a:srgbClr val="292929"/>
        </a:solidFill>
      </p:bgPr>
    </p:bg>
    <p:spTree>
      <p:nvGrpSpPr>
        <p:cNvPr id="584" name="Shape 584"/>
        <p:cNvGrpSpPr/>
        <p:nvPr/>
      </p:nvGrpSpPr>
      <p:grpSpPr>
        <a:xfrm>
          <a:off x="0" y="0"/>
          <a:ext cx="0" cy="0"/>
          <a:chOff x="0" y="0"/>
          <a:chExt cx="0" cy="0"/>
        </a:xfrm>
      </p:grpSpPr>
      <p:sp>
        <p:nvSpPr>
          <p:cNvPr id="585" name="Google Shape;585;p122"/>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pic>
        <p:nvPicPr>
          <p:cNvPr id="586" name="Google Shape;586;p122"/>
          <p:cNvPicPr preferRelativeResize="0"/>
          <p:nvPr/>
        </p:nvPicPr>
        <p:blipFill>
          <a:blip r:embed="rId2">
            <a:alphaModFix/>
          </a:blip>
          <a:stretch>
            <a:fillRect/>
          </a:stretch>
        </p:blipFill>
        <p:spPr>
          <a:xfrm rot="-5400000">
            <a:off x="3981450" y="0"/>
            <a:ext cx="5162550" cy="5162550"/>
          </a:xfrm>
          <a:prstGeom prst="rect">
            <a:avLst/>
          </a:prstGeom>
          <a:noFill/>
          <a:ln>
            <a:noFill/>
          </a:ln>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light) 1 1 1">
  <p:cSld name="SECTION_HEADER_2_1_1_2_1_1_1">
    <p:bg>
      <p:bgPr>
        <a:solidFill>
          <a:schemeClr val="lt1"/>
        </a:solidFill>
      </p:bgPr>
    </p:bg>
    <p:spTree>
      <p:nvGrpSpPr>
        <p:cNvPr id="587" name="Shape 587"/>
        <p:cNvGrpSpPr/>
        <p:nvPr/>
      </p:nvGrpSpPr>
      <p:grpSpPr>
        <a:xfrm>
          <a:off x="0" y="0"/>
          <a:ext cx="0" cy="0"/>
          <a:chOff x="0" y="0"/>
          <a:chExt cx="0" cy="0"/>
        </a:xfrm>
      </p:grpSpPr>
      <p:sp>
        <p:nvSpPr>
          <p:cNvPr id="588" name="Google Shape;588;p123"/>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SzPts val="4000"/>
              <a:buNone/>
              <a:defRPr sz="4000"/>
            </a:lvl1pPr>
            <a:lvl2pPr lvl="1" rtl="0" algn="ctr">
              <a:lnSpc>
                <a:spcPct val="80000"/>
              </a:lnSpc>
              <a:spcBef>
                <a:spcPts val="0"/>
              </a:spcBef>
              <a:spcAft>
                <a:spcPts val="0"/>
              </a:spcAft>
              <a:buSzPts val="3600"/>
              <a:buNone/>
              <a:defRPr sz="3600"/>
            </a:lvl2pPr>
            <a:lvl3pPr lvl="2" rtl="0" algn="ctr">
              <a:lnSpc>
                <a:spcPct val="80000"/>
              </a:lnSpc>
              <a:spcBef>
                <a:spcPts val="0"/>
              </a:spcBef>
              <a:spcAft>
                <a:spcPts val="0"/>
              </a:spcAft>
              <a:buSzPts val="3600"/>
              <a:buNone/>
              <a:defRPr sz="3600"/>
            </a:lvl3pPr>
            <a:lvl4pPr lvl="3" rtl="0" algn="ctr">
              <a:lnSpc>
                <a:spcPct val="80000"/>
              </a:lnSpc>
              <a:spcBef>
                <a:spcPts val="0"/>
              </a:spcBef>
              <a:spcAft>
                <a:spcPts val="0"/>
              </a:spcAft>
              <a:buSzPts val="3600"/>
              <a:buNone/>
              <a:defRPr sz="3600"/>
            </a:lvl4pPr>
            <a:lvl5pPr lvl="4" rtl="0" algn="ctr">
              <a:lnSpc>
                <a:spcPct val="80000"/>
              </a:lnSpc>
              <a:spcBef>
                <a:spcPts val="0"/>
              </a:spcBef>
              <a:spcAft>
                <a:spcPts val="0"/>
              </a:spcAft>
              <a:buSzPts val="3600"/>
              <a:buNone/>
              <a:defRPr sz="3600"/>
            </a:lvl5pPr>
            <a:lvl6pPr lvl="5" rtl="0" algn="ctr">
              <a:lnSpc>
                <a:spcPct val="80000"/>
              </a:lnSpc>
              <a:spcBef>
                <a:spcPts val="0"/>
              </a:spcBef>
              <a:spcAft>
                <a:spcPts val="0"/>
              </a:spcAft>
              <a:buSzPts val="3600"/>
              <a:buNone/>
              <a:defRPr sz="3600"/>
            </a:lvl6pPr>
            <a:lvl7pPr lvl="6" rtl="0" algn="ctr">
              <a:lnSpc>
                <a:spcPct val="80000"/>
              </a:lnSpc>
              <a:spcBef>
                <a:spcPts val="0"/>
              </a:spcBef>
              <a:spcAft>
                <a:spcPts val="0"/>
              </a:spcAft>
              <a:buSzPts val="3600"/>
              <a:buNone/>
              <a:defRPr sz="3600"/>
            </a:lvl7pPr>
            <a:lvl8pPr lvl="7" rtl="0" algn="ctr">
              <a:lnSpc>
                <a:spcPct val="80000"/>
              </a:lnSpc>
              <a:spcBef>
                <a:spcPts val="0"/>
              </a:spcBef>
              <a:spcAft>
                <a:spcPts val="0"/>
              </a:spcAft>
              <a:buSzPts val="3600"/>
              <a:buNone/>
              <a:defRPr sz="3600"/>
            </a:lvl8pPr>
            <a:lvl9pPr lvl="8" rtl="0" algn="ctr">
              <a:lnSpc>
                <a:spcPct val="80000"/>
              </a:lnSpc>
              <a:spcBef>
                <a:spcPts val="0"/>
              </a:spcBef>
              <a:spcAft>
                <a:spcPts val="0"/>
              </a:spcAft>
              <a:buSzPts val="3600"/>
              <a:buNone/>
              <a:defRPr sz="3600"/>
            </a:lvl9pPr>
          </a:lstStyle>
          <a:p/>
        </p:txBody>
      </p:sp>
      <p:sp>
        <p:nvSpPr>
          <p:cNvPr id="589" name="Google Shape;589;p123"/>
          <p:cNvSpPr/>
          <p:nvPr/>
        </p:nvSpPr>
        <p:spPr>
          <a:xfrm rot="5400000">
            <a:off x="4512251" y="3601207"/>
            <a:ext cx="2059200" cy="1025400"/>
          </a:xfrm>
          <a:prstGeom prst="rect">
            <a:avLst/>
          </a:prstGeom>
          <a:solidFill>
            <a:srgbClr val="FF9A7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90" name="Google Shape;590;p123"/>
          <p:cNvSpPr/>
          <p:nvPr/>
        </p:nvSpPr>
        <p:spPr>
          <a:xfrm rot="2700000">
            <a:off x="6654560" y="1633564"/>
            <a:ext cx="2907057" cy="2907057"/>
          </a:xfrm>
          <a:prstGeom prst="rtTriangle">
            <a:avLst/>
          </a:prstGeom>
          <a:solidFill>
            <a:srgbClr val="FF9A7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91" name="Google Shape;591;p123"/>
          <p:cNvSpPr/>
          <p:nvPr/>
        </p:nvSpPr>
        <p:spPr>
          <a:xfrm rot="2700000">
            <a:off x="5337308" y="-730399"/>
            <a:ext cx="1439952" cy="1448013"/>
          </a:xfrm>
          <a:prstGeom prst="rect">
            <a:avLst/>
          </a:prstGeom>
          <a:solidFill>
            <a:srgbClr val="FF9A7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92" name="Google Shape;592;p123"/>
          <p:cNvSpPr/>
          <p:nvPr/>
        </p:nvSpPr>
        <p:spPr>
          <a:xfrm rot="-5400000">
            <a:off x="5028258" y="2058157"/>
            <a:ext cx="1026900" cy="1025400"/>
          </a:xfrm>
          <a:prstGeom prst="rtTriangle">
            <a:avLst/>
          </a:prstGeom>
          <a:solidFill>
            <a:srgbClr val="FF9A7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93" name="Google Shape;593;p123"/>
          <p:cNvSpPr/>
          <p:nvPr/>
        </p:nvSpPr>
        <p:spPr>
          <a:xfrm rot="5400000">
            <a:off x="8078850" y="-33497"/>
            <a:ext cx="1105200" cy="1025400"/>
          </a:xfrm>
          <a:prstGeom prst="rect">
            <a:avLst/>
          </a:prstGeom>
          <a:solidFill>
            <a:srgbClr val="FF9A7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_pink 1 1 1">
  <p:cSld name="SECTION_HEADER_2_1_1_1_1_1_1_1">
    <p:bg>
      <p:bgPr>
        <a:solidFill>
          <a:srgbClr val="292929"/>
        </a:solidFill>
      </p:bgPr>
    </p:bg>
    <p:spTree>
      <p:nvGrpSpPr>
        <p:cNvPr id="594" name="Shape 594"/>
        <p:cNvGrpSpPr/>
        <p:nvPr/>
      </p:nvGrpSpPr>
      <p:grpSpPr>
        <a:xfrm>
          <a:off x="0" y="0"/>
          <a:ext cx="0" cy="0"/>
          <a:chOff x="0" y="0"/>
          <a:chExt cx="0" cy="0"/>
        </a:xfrm>
      </p:grpSpPr>
      <p:sp>
        <p:nvSpPr>
          <p:cNvPr id="595" name="Google Shape;595;p124"/>
          <p:cNvSpPr txBox="1"/>
          <p:nvPr>
            <p:ph type="title"/>
          </p:nvPr>
        </p:nvSpPr>
        <p:spPr>
          <a:xfrm>
            <a:off x="311700" y="2150850"/>
            <a:ext cx="3795000" cy="841800"/>
          </a:xfrm>
          <a:prstGeom prst="rect">
            <a:avLst/>
          </a:prstGeom>
        </p:spPr>
        <p:txBody>
          <a:bodyPr anchorCtr="0" anchor="ctr" bIns="91425" lIns="91425" spcFirstLastPara="1" rIns="91425" wrap="square" tIns="91425">
            <a:noAutofit/>
          </a:bodyPr>
          <a:lstStyle>
            <a:lvl1pPr lvl="0" rtl="0" algn="l">
              <a:lnSpc>
                <a:spcPct val="80000"/>
              </a:lnSpc>
              <a:spcBef>
                <a:spcPts val="0"/>
              </a:spcBef>
              <a:spcAft>
                <a:spcPts val="0"/>
              </a:spcAft>
              <a:buClr>
                <a:schemeClr val="lt1"/>
              </a:buClr>
              <a:buSzPts val="4000"/>
              <a:buNone/>
              <a:defRPr sz="4000">
                <a:solidFill>
                  <a:schemeClr val="lt1"/>
                </a:solidFill>
              </a:defRPr>
            </a:lvl1pPr>
            <a:lvl2pPr lvl="1" rtl="0" algn="ctr">
              <a:lnSpc>
                <a:spcPct val="80000"/>
              </a:lnSpc>
              <a:spcBef>
                <a:spcPts val="0"/>
              </a:spcBef>
              <a:spcAft>
                <a:spcPts val="0"/>
              </a:spcAft>
              <a:buClr>
                <a:schemeClr val="lt1"/>
              </a:buClr>
              <a:buSzPts val="3600"/>
              <a:buNone/>
              <a:defRPr sz="3600">
                <a:solidFill>
                  <a:schemeClr val="lt1"/>
                </a:solidFill>
              </a:defRPr>
            </a:lvl2pPr>
            <a:lvl3pPr lvl="2" rtl="0" algn="ctr">
              <a:lnSpc>
                <a:spcPct val="80000"/>
              </a:lnSpc>
              <a:spcBef>
                <a:spcPts val="0"/>
              </a:spcBef>
              <a:spcAft>
                <a:spcPts val="0"/>
              </a:spcAft>
              <a:buClr>
                <a:schemeClr val="lt1"/>
              </a:buClr>
              <a:buSzPts val="3600"/>
              <a:buNone/>
              <a:defRPr sz="3600">
                <a:solidFill>
                  <a:schemeClr val="lt1"/>
                </a:solidFill>
              </a:defRPr>
            </a:lvl3pPr>
            <a:lvl4pPr lvl="3" rtl="0" algn="ctr">
              <a:lnSpc>
                <a:spcPct val="80000"/>
              </a:lnSpc>
              <a:spcBef>
                <a:spcPts val="0"/>
              </a:spcBef>
              <a:spcAft>
                <a:spcPts val="0"/>
              </a:spcAft>
              <a:buClr>
                <a:schemeClr val="lt1"/>
              </a:buClr>
              <a:buSzPts val="3600"/>
              <a:buNone/>
              <a:defRPr sz="3600">
                <a:solidFill>
                  <a:schemeClr val="lt1"/>
                </a:solidFill>
              </a:defRPr>
            </a:lvl4pPr>
            <a:lvl5pPr lvl="4" rtl="0" algn="ctr">
              <a:lnSpc>
                <a:spcPct val="80000"/>
              </a:lnSpc>
              <a:spcBef>
                <a:spcPts val="0"/>
              </a:spcBef>
              <a:spcAft>
                <a:spcPts val="0"/>
              </a:spcAft>
              <a:buClr>
                <a:schemeClr val="lt1"/>
              </a:buClr>
              <a:buSzPts val="3600"/>
              <a:buNone/>
              <a:defRPr sz="3600">
                <a:solidFill>
                  <a:schemeClr val="lt1"/>
                </a:solidFill>
              </a:defRPr>
            </a:lvl5pPr>
            <a:lvl6pPr lvl="5" rtl="0" algn="ctr">
              <a:lnSpc>
                <a:spcPct val="80000"/>
              </a:lnSpc>
              <a:spcBef>
                <a:spcPts val="0"/>
              </a:spcBef>
              <a:spcAft>
                <a:spcPts val="0"/>
              </a:spcAft>
              <a:buClr>
                <a:schemeClr val="lt1"/>
              </a:buClr>
              <a:buSzPts val="3600"/>
              <a:buNone/>
              <a:defRPr sz="3600">
                <a:solidFill>
                  <a:schemeClr val="lt1"/>
                </a:solidFill>
              </a:defRPr>
            </a:lvl6pPr>
            <a:lvl7pPr lvl="6" rtl="0" algn="ctr">
              <a:lnSpc>
                <a:spcPct val="80000"/>
              </a:lnSpc>
              <a:spcBef>
                <a:spcPts val="0"/>
              </a:spcBef>
              <a:spcAft>
                <a:spcPts val="0"/>
              </a:spcAft>
              <a:buClr>
                <a:schemeClr val="lt1"/>
              </a:buClr>
              <a:buSzPts val="3600"/>
              <a:buNone/>
              <a:defRPr sz="3600">
                <a:solidFill>
                  <a:schemeClr val="lt1"/>
                </a:solidFill>
              </a:defRPr>
            </a:lvl7pPr>
            <a:lvl8pPr lvl="7" rtl="0" algn="ctr">
              <a:lnSpc>
                <a:spcPct val="80000"/>
              </a:lnSpc>
              <a:spcBef>
                <a:spcPts val="0"/>
              </a:spcBef>
              <a:spcAft>
                <a:spcPts val="0"/>
              </a:spcAft>
              <a:buClr>
                <a:schemeClr val="lt1"/>
              </a:buClr>
              <a:buSzPts val="3600"/>
              <a:buNone/>
              <a:defRPr sz="3600">
                <a:solidFill>
                  <a:schemeClr val="lt1"/>
                </a:solidFill>
              </a:defRPr>
            </a:lvl8pPr>
            <a:lvl9pPr lvl="8" rtl="0" algn="ctr">
              <a:lnSpc>
                <a:spcPct val="80000"/>
              </a:lnSpc>
              <a:spcBef>
                <a:spcPts val="0"/>
              </a:spcBef>
              <a:spcAft>
                <a:spcPts val="0"/>
              </a:spcAft>
              <a:buClr>
                <a:schemeClr val="lt1"/>
              </a:buClr>
              <a:buSzPts val="3600"/>
              <a:buNone/>
              <a:defRPr sz="3600">
                <a:solidFill>
                  <a:schemeClr val="lt1"/>
                </a:solidFill>
              </a:defRPr>
            </a:lvl9pPr>
          </a:lstStyle>
          <a:p/>
        </p:txBody>
      </p:sp>
      <p:sp>
        <p:nvSpPr>
          <p:cNvPr id="596" name="Google Shape;596;p124"/>
          <p:cNvSpPr/>
          <p:nvPr/>
        </p:nvSpPr>
        <p:spPr>
          <a:xfrm rot="5400000">
            <a:off x="4512251" y="3601207"/>
            <a:ext cx="2059200" cy="1025400"/>
          </a:xfrm>
          <a:prstGeom prst="rect">
            <a:avLst/>
          </a:prstGeom>
          <a:solidFill>
            <a:srgbClr val="FF9A7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97" name="Google Shape;597;p124"/>
          <p:cNvSpPr/>
          <p:nvPr/>
        </p:nvSpPr>
        <p:spPr>
          <a:xfrm rot="2700000">
            <a:off x="6654560" y="1633564"/>
            <a:ext cx="2907057" cy="2907057"/>
          </a:xfrm>
          <a:prstGeom prst="rtTriangle">
            <a:avLst/>
          </a:prstGeom>
          <a:solidFill>
            <a:srgbClr val="FF9A7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98" name="Google Shape;598;p124"/>
          <p:cNvSpPr/>
          <p:nvPr/>
        </p:nvSpPr>
        <p:spPr>
          <a:xfrm rot="2700000">
            <a:off x="5337308" y="-730399"/>
            <a:ext cx="1439952" cy="1448013"/>
          </a:xfrm>
          <a:prstGeom prst="rect">
            <a:avLst/>
          </a:prstGeom>
          <a:solidFill>
            <a:srgbClr val="FF9A7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99" name="Google Shape;599;p124"/>
          <p:cNvSpPr/>
          <p:nvPr/>
        </p:nvSpPr>
        <p:spPr>
          <a:xfrm rot="-5400000">
            <a:off x="5028258" y="2058157"/>
            <a:ext cx="1026900" cy="1025400"/>
          </a:xfrm>
          <a:prstGeom prst="rtTriangle">
            <a:avLst/>
          </a:prstGeom>
          <a:solidFill>
            <a:srgbClr val="FF9A7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00" name="Google Shape;600;p124"/>
          <p:cNvSpPr/>
          <p:nvPr/>
        </p:nvSpPr>
        <p:spPr>
          <a:xfrm rot="5400000">
            <a:off x="8078850" y="-33497"/>
            <a:ext cx="1105200" cy="1025400"/>
          </a:xfrm>
          <a:prstGeom prst="rect">
            <a:avLst/>
          </a:prstGeom>
          <a:solidFill>
            <a:srgbClr val="FF9A7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_light" type="tx">
  <p:cSld name="TITLE_AND_BODY">
    <p:spTree>
      <p:nvGrpSpPr>
        <p:cNvPr id="601" name="Shape 601"/>
        <p:cNvGrpSpPr/>
        <p:nvPr/>
      </p:nvGrpSpPr>
      <p:grpSpPr>
        <a:xfrm>
          <a:off x="0" y="0"/>
          <a:ext cx="0" cy="0"/>
          <a:chOff x="0" y="0"/>
          <a:chExt cx="0" cy="0"/>
        </a:xfrm>
      </p:grpSpPr>
      <p:sp>
        <p:nvSpPr>
          <p:cNvPr id="602" name="Google Shape;602;p125"/>
          <p:cNvSpPr/>
          <p:nvPr>
            <p:ph idx="2" type="pic"/>
          </p:nvPr>
        </p:nvSpPr>
        <p:spPr>
          <a:xfrm>
            <a:off x="4730589" y="354450"/>
            <a:ext cx="4101600" cy="4105800"/>
          </a:xfrm>
          <a:prstGeom prst="rect">
            <a:avLst/>
          </a:prstGeom>
          <a:solidFill>
            <a:srgbClr val="F8F8F8"/>
          </a:solidFill>
          <a:ln>
            <a:noFill/>
          </a:ln>
        </p:spPr>
      </p:sp>
      <p:sp>
        <p:nvSpPr>
          <p:cNvPr id="603" name="Google Shape;603;p125"/>
          <p:cNvSpPr txBox="1"/>
          <p:nvPr>
            <p:ph type="title"/>
          </p:nvPr>
        </p:nvSpPr>
        <p:spPr>
          <a:xfrm>
            <a:off x="311700" y="457200"/>
            <a:ext cx="402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604" name="Google Shape;604;p125"/>
          <p:cNvSpPr txBox="1"/>
          <p:nvPr>
            <p:ph idx="1" type="body"/>
          </p:nvPr>
        </p:nvSpPr>
        <p:spPr>
          <a:xfrm>
            <a:off x="311700" y="1174075"/>
            <a:ext cx="4024800" cy="3283500"/>
          </a:xfrm>
          <a:prstGeom prst="rect">
            <a:avLst/>
          </a:prstGeom>
        </p:spPr>
        <p:txBody>
          <a:bodyPr anchorCtr="0" anchor="b"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pic>
        <p:nvPicPr>
          <p:cNvPr id="605" name="Google Shape;605;p125"/>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extLst>
    <p:ext uri="{DCECCB84-F9BA-43D5-87BE-67443E8EF086}">
      <p15:sldGuideLst>
        <p15:guide id="1" orient="horz" pos="2808">
          <p15:clr>
            <a:srgbClr val="E46962"/>
          </p15:clr>
        </p15:guide>
      </p15:sldGuideLst>
    </p:ext>
  </p:extLst>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_dark">
  <p:cSld name="TITLE_AND_BODY_1">
    <p:bg>
      <p:bgPr>
        <a:solidFill>
          <a:srgbClr val="292929"/>
        </a:solidFill>
      </p:bgPr>
    </p:bg>
    <p:spTree>
      <p:nvGrpSpPr>
        <p:cNvPr id="606" name="Shape 606"/>
        <p:cNvGrpSpPr/>
        <p:nvPr/>
      </p:nvGrpSpPr>
      <p:grpSpPr>
        <a:xfrm>
          <a:off x="0" y="0"/>
          <a:ext cx="0" cy="0"/>
          <a:chOff x="0" y="0"/>
          <a:chExt cx="0" cy="0"/>
        </a:xfrm>
      </p:grpSpPr>
      <p:sp>
        <p:nvSpPr>
          <p:cNvPr id="607" name="Google Shape;607;p126"/>
          <p:cNvSpPr txBox="1"/>
          <p:nvPr>
            <p:ph type="title"/>
          </p:nvPr>
        </p:nvSpPr>
        <p:spPr>
          <a:xfrm>
            <a:off x="311700" y="457200"/>
            <a:ext cx="40359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500"/>
              <a:buNone/>
              <a:defRPr>
                <a:solidFill>
                  <a:schemeClr val="lt1"/>
                </a:solidFill>
              </a:defRPr>
            </a:lvl1pPr>
            <a:lvl2pPr lvl="1" rtl="0">
              <a:spcBef>
                <a:spcPts val="0"/>
              </a:spcBef>
              <a:spcAft>
                <a:spcPts val="0"/>
              </a:spcAft>
              <a:buClr>
                <a:schemeClr val="lt1"/>
              </a:buClr>
              <a:buSzPts val="2500"/>
              <a:buNone/>
              <a:defRPr>
                <a:solidFill>
                  <a:schemeClr val="lt1"/>
                </a:solidFill>
              </a:defRPr>
            </a:lvl2pPr>
            <a:lvl3pPr lvl="2" rtl="0">
              <a:spcBef>
                <a:spcPts val="0"/>
              </a:spcBef>
              <a:spcAft>
                <a:spcPts val="0"/>
              </a:spcAft>
              <a:buClr>
                <a:schemeClr val="lt1"/>
              </a:buClr>
              <a:buSzPts val="2500"/>
              <a:buNone/>
              <a:defRPr>
                <a:solidFill>
                  <a:schemeClr val="lt1"/>
                </a:solidFill>
              </a:defRPr>
            </a:lvl3pPr>
            <a:lvl4pPr lvl="3" rtl="0">
              <a:spcBef>
                <a:spcPts val="0"/>
              </a:spcBef>
              <a:spcAft>
                <a:spcPts val="0"/>
              </a:spcAft>
              <a:buClr>
                <a:schemeClr val="lt1"/>
              </a:buClr>
              <a:buSzPts val="2500"/>
              <a:buNone/>
              <a:defRPr>
                <a:solidFill>
                  <a:schemeClr val="lt1"/>
                </a:solidFill>
              </a:defRPr>
            </a:lvl4pPr>
            <a:lvl5pPr lvl="4" rtl="0">
              <a:spcBef>
                <a:spcPts val="0"/>
              </a:spcBef>
              <a:spcAft>
                <a:spcPts val="0"/>
              </a:spcAft>
              <a:buClr>
                <a:schemeClr val="lt1"/>
              </a:buClr>
              <a:buSzPts val="2500"/>
              <a:buNone/>
              <a:defRPr>
                <a:solidFill>
                  <a:schemeClr val="lt1"/>
                </a:solidFill>
              </a:defRPr>
            </a:lvl5pPr>
            <a:lvl6pPr lvl="5" rtl="0">
              <a:spcBef>
                <a:spcPts val="0"/>
              </a:spcBef>
              <a:spcAft>
                <a:spcPts val="0"/>
              </a:spcAft>
              <a:buClr>
                <a:schemeClr val="lt1"/>
              </a:buClr>
              <a:buSzPts val="2500"/>
              <a:buNone/>
              <a:defRPr>
                <a:solidFill>
                  <a:schemeClr val="lt1"/>
                </a:solidFill>
              </a:defRPr>
            </a:lvl6pPr>
            <a:lvl7pPr lvl="6" rtl="0">
              <a:spcBef>
                <a:spcPts val="0"/>
              </a:spcBef>
              <a:spcAft>
                <a:spcPts val="0"/>
              </a:spcAft>
              <a:buClr>
                <a:schemeClr val="lt1"/>
              </a:buClr>
              <a:buSzPts val="2500"/>
              <a:buNone/>
              <a:defRPr>
                <a:solidFill>
                  <a:schemeClr val="lt1"/>
                </a:solidFill>
              </a:defRPr>
            </a:lvl7pPr>
            <a:lvl8pPr lvl="7" rtl="0">
              <a:spcBef>
                <a:spcPts val="0"/>
              </a:spcBef>
              <a:spcAft>
                <a:spcPts val="0"/>
              </a:spcAft>
              <a:buClr>
                <a:schemeClr val="lt1"/>
              </a:buClr>
              <a:buSzPts val="2500"/>
              <a:buNone/>
              <a:defRPr>
                <a:solidFill>
                  <a:schemeClr val="lt1"/>
                </a:solidFill>
              </a:defRPr>
            </a:lvl8pPr>
            <a:lvl9pPr lvl="8" rtl="0">
              <a:spcBef>
                <a:spcPts val="0"/>
              </a:spcBef>
              <a:spcAft>
                <a:spcPts val="0"/>
              </a:spcAft>
              <a:buClr>
                <a:schemeClr val="lt1"/>
              </a:buClr>
              <a:buSzPts val="2500"/>
              <a:buNone/>
              <a:defRPr>
                <a:solidFill>
                  <a:schemeClr val="lt1"/>
                </a:solidFill>
              </a:defRPr>
            </a:lvl9pPr>
          </a:lstStyle>
          <a:p/>
        </p:txBody>
      </p:sp>
      <p:sp>
        <p:nvSpPr>
          <p:cNvPr id="608" name="Google Shape;608;p126"/>
          <p:cNvSpPr txBox="1"/>
          <p:nvPr>
            <p:ph idx="1" type="body"/>
          </p:nvPr>
        </p:nvSpPr>
        <p:spPr>
          <a:xfrm>
            <a:off x="311700" y="1174075"/>
            <a:ext cx="4035900" cy="3283500"/>
          </a:xfrm>
          <a:prstGeom prst="rect">
            <a:avLst/>
          </a:prstGeom>
        </p:spPr>
        <p:txBody>
          <a:bodyPr anchorCtr="0" anchor="b" bIns="91425" lIns="91425" spcFirstLastPara="1" rIns="91425" wrap="square" tIns="91425">
            <a:noAutofit/>
          </a:bodyPr>
          <a:lstStyle>
            <a:lvl1pPr indent="-304800" lvl="0" marL="457200" rtl="0">
              <a:spcBef>
                <a:spcPts val="0"/>
              </a:spcBef>
              <a:spcAft>
                <a:spcPts val="0"/>
              </a:spcAft>
              <a:buClr>
                <a:schemeClr val="lt1"/>
              </a:buClr>
              <a:buSzPts val="1200"/>
              <a:buChar char="●"/>
              <a:defRPr>
                <a:solidFill>
                  <a:schemeClr val="lt1"/>
                </a:solidFill>
              </a:defRPr>
            </a:lvl1pPr>
            <a:lvl2pPr indent="-304800" lvl="1" marL="914400" rtl="0">
              <a:spcBef>
                <a:spcPts val="0"/>
              </a:spcBef>
              <a:spcAft>
                <a:spcPts val="0"/>
              </a:spcAft>
              <a:buClr>
                <a:schemeClr val="lt1"/>
              </a:buClr>
              <a:buSzPts val="1200"/>
              <a:buChar char="○"/>
              <a:defRPr>
                <a:solidFill>
                  <a:schemeClr val="lt1"/>
                </a:solidFill>
              </a:defRPr>
            </a:lvl2pPr>
            <a:lvl3pPr indent="-304800" lvl="2" marL="1371600" rtl="0">
              <a:spcBef>
                <a:spcPts val="0"/>
              </a:spcBef>
              <a:spcAft>
                <a:spcPts val="0"/>
              </a:spcAft>
              <a:buClr>
                <a:schemeClr val="lt1"/>
              </a:buClr>
              <a:buSzPts val="1200"/>
              <a:buChar char="■"/>
              <a:defRPr>
                <a:solidFill>
                  <a:schemeClr val="lt1"/>
                </a:solidFill>
              </a:defRPr>
            </a:lvl3pPr>
            <a:lvl4pPr indent="-304800" lvl="3" marL="1828800" rtl="0">
              <a:spcBef>
                <a:spcPts val="0"/>
              </a:spcBef>
              <a:spcAft>
                <a:spcPts val="0"/>
              </a:spcAft>
              <a:buClr>
                <a:schemeClr val="lt1"/>
              </a:buClr>
              <a:buSzPts val="1200"/>
              <a:buChar char="●"/>
              <a:defRPr>
                <a:solidFill>
                  <a:schemeClr val="lt1"/>
                </a:solidFill>
              </a:defRPr>
            </a:lvl4pPr>
            <a:lvl5pPr indent="-304800" lvl="4" marL="2286000" rtl="0">
              <a:spcBef>
                <a:spcPts val="0"/>
              </a:spcBef>
              <a:spcAft>
                <a:spcPts val="0"/>
              </a:spcAft>
              <a:buClr>
                <a:schemeClr val="lt1"/>
              </a:buClr>
              <a:buSzPts val="1200"/>
              <a:buChar char="○"/>
              <a:defRPr>
                <a:solidFill>
                  <a:schemeClr val="lt1"/>
                </a:solidFill>
              </a:defRPr>
            </a:lvl5pPr>
            <a:lvl6pPr indent="-304800" lvl="5" marL="2743200" rtl="0">
              <a:spcBef>
                <a:spcPts val="0"/>
              </a:spcBef>
              <a:spcAft>
                <a:spcPts val="0"/>
              </a:spcAft>
              <a:buClr>
                <a:schemeClr val="lt1"/>
              </a:buClr>
              <a:buSzPts val="1200"/>
              <a:buChar char="■"/>
              <a:defRPr>
                <a:solidFill>
                  <a:schemeClr val="lt1"/>
                </a:solidFill>
              </a:defRPr>
            </a:lvl6pPr>
            <a:lvl7pPr indent="-304800" lvl="6" marL="3200400" rtl="0">
              <a:spcBef>
                <a:spcPts val="0"/>
              </a:spcBef>
              <a:spcAft>
                <a:spcPts val="0"/>
              </a:spcAft>
              <a:buClr>
                <a:schemeClr val="lt1"/>
              </a:buClr>
              <a:buSzPts val="1200"/>
              <a:buChar char="●"/>
              <a:defRPr>
                <a:solidFill>
                  <a:schemeClr val="lt1"/>
                </a:solidFill>
              </a:defRPr>
            </a:lvl7pPr>
            <a:lvl8pPr indent="-304800" lvl="7" marL="3657600" rtl="0">
              <a:spcBef>
                <a:spcPts val="0"/>
              </a:spcBef>
              <a:spcAft>
                <a:spcPts val="0"/>
              </a:spcAft>
              <a:buClr>
                <a:schemeClr val="lt1"/>
              </a:buClr>
              <a:buSzPts val="1200"/>
              <a:buChar char="○"/>
              <a:defRPr>
                <a:solidFill>
                  <a:schemeClr val="lt1"/>
                </a:solidFill>
              </a:defRPr>
            </a:lvl8pPr>
            <a:lvl9pPr indent="-304800" lvl="8" marL="4114800" rtl="0">
              <a:spcBef>
                <a:spcPts val="0"/>
              </a:spcBef>
              <a:spcAft>
                <a:spcPts val="0"/>
              </a:spcAft>
              <a:buClr>
                <a:schemeClr val="lt1"/>
              </a:buClr>
              <a:buSzPts val="1200"/>
              <a:buChar char="■"/>
              <a:defRPr>
                <a:solidFill>
                  <a:schemeClr val="lt1"/>
                </a:solidFill>
              </a:defRPr>
            </a:lvl9pPr>
          </a:lstStyle>
          <a:p/>
        </p:txBody>
      </p:sp>
      <p:pic>
        <p:nvPicPr>
          <p:cNvPr id="609" name="Google Shape;609;p126"/>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
        <p:nvSpPr>
          <p:cNvPr id="610" name="Google Shape;610;p126"/>
          <p:cNvSpPr/>
          <p:nvPr>
            <p:ph idx="2" type="pic"/>
          </p:nvPr>
        </p:nvSpPr>
        <p:spPr>
          <a:xfrm>
            <a:off x="4730589" y="354450"/>
            <a:ext cx="4101600" cy="4105800"/>
          </a:xfrm>
          <a:prstGeom prst="rect">
            <a:avLst/>
          </a:prstGeom>
          <a:solidFill>
            <a:srgbClr val="F8F8F8"/>
          </a:solidFill>
          <a:ln>
            <a:noFill/>
          </a:ln>
        </p:spPr>
      </p:sp>
    </p:spTree>
  </p:cSld>
  <p:clrMapOvr>
    <a:masterClrMapping/>
  </p:clrMapOvr>
  <p:extLst>
    <p:ext uri="{DCECCB84-F9BA-43D5-87BE-67443E8EF086}">
      <p15:sldGuideLst>
        <p15:guide id="1" orient="horz" pos="2808">
          <p15:clr>
            <a:srgbClr val="E46962"/>
          </p15:clr>
        </p15:guide>
      </p15:sldGuideLst>
    </p:ext>
  </p:extLst>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1_1">
    <p:bg>
      <p:bgPr>
        <a:solidFill>
          <a:schemeClr val="lt1"/>
        </a:solidFill>
      </p:bgPr>
    </p:bg>
    <p:spTree>
      <p:nvGrpSpPr>
        <p:cNvPr id="611" name="Shape 611"/>
        <p:cNvGrpSpPr/>
        <p:nvPr/>
      </p:nvGrpSpPr>
      <p:grpSpPr>
        <a:xfrm>
          <a:off x="0" y="0"/>
          <a:ext cx="0" cy="0"/>
          <a:chOff x="0" y="0"/>
          <a:chExt cx="0" cy="0"/>
        </a:xfrm>
      </p:grpSpPr>
      <p:sp>
        <p:nvSpPr>
          <p:cNvPr id="612" name="Google Shape;612;p127"/>
          <p:cNvSpPr txBox="1"/>
          <p:nvPr>
            <p:ph type="title"/>
          </p:nvPr>
        </p:nvSpPr>
        <p:spPr>
          <a:xfrm>
            <a:off x="311700" y="4495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613" name="Google Shape;613;p127"/>
          <p:cNvSpPr/>
          <p:nvPr>
            <p:ph idx="2" type="pic"/>
          </p:nvPr>
        </p:nvSpPr>
        <p:spPr>
          <a:xfrm>
            <a:off x="3336263" y="1216152"/>
            <a:ext cx="2471400" cy="2469000"/>
          </a:xfrm>
          <a:prstGeom prst="rect">
            <a:avLst/>
          </a:prstGeom>
          <a:solidFill>
            <a:srgbClr val="F8F8F8"/>
          </a:solidFill>
          <a:ln>
            <a:noFill/>
          </a:ln>
        </p:spPr>
      </p:sp>
      <p:sp>
        <p:nvSpPr>
          <p:cNvPr id="614" name="Google Shape;614;p127"/>
          <p:cNvSpPr/>
          <p:nvPr>
            <p:ph idx="3" type="pic"/>
          </p:nvPr>
        </p:nvSpPr>
        <p:spPr>
          <a:xfrm>
            <a:off x="6243902" y="1216152"/>
            <a:ext cx="2471400" cy="2469000"/>
          </a:xfrm>
          <a:prstGeom prst="rect">
            <a:avLst/>
          </a:prstGeom>
          <a:solidFill>
            <a:srgbClr val="F8F8F8"/>
          </a:solidFill>
          <a:ln>
            <a:noFill/>
          </a:ln>
        </p:spPr>
      </p:sp>
      <p:sp>
        <p:nvSpPr>
          <p:cNvPr id="615" name="Google Shape;615;p127"/>
          <p:cNvSpPr/>
          <p:nvPr>
            <p:ph idx="4" type="pic"/>
          </p:nvPr>
        </p:nvSpPr>
        <p:spPr>
          <a:xfrm>
            <a:off x="428625" y="1216152"/>
            <a:ext cx="2471400" cy="2469000"/>
          </a:xfrm>
          <a:prstGeom prst="rect">
            <a:avLst/>
          </a:prstGeom>
          <a:solidFill>
            <a:srgbClr val="F8F8F8"/>
          </a:solidFill>
          <a:ln>
            <a:noFill/>
          </a:ln>
        </p:spPr>
      </p:sp>
      <p:sp>
        <p:nvSpPr>
          <p:cNvPr id="616" name="Google Shape;616;p127"/>
          <p:cNvSpPr txBox="1"/>
          <p:nvPr>
            <p:ph idx="1" type="subTitle"/>
          </p:nvPr>
        </p:nvSpPr>
        <p:spPr>
          <a:xfrm>
            <a:off x="416050" y="3837575"/>
            <a:ext cx="2471400" cy="718800"/>
          </a:xfrm>
          <a:prstGeom prst="rect">
            <a:avLst/>
          </a:prstGeom>
        </p:spPr>
        <p:txBody>
          <a:bodyPr anchorCtr="0" anchor="t" bIns="91425" lIns="0"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617" name="Google Shape;617;p127"/>
          <p:cNvSpPr txBox="1"/>
          <p:nvPr>
            <p:ph idx="5" type="subTitle"/>
          </p:nvPr>
        </p:nvSpPr>
        <p:spPr>
          <a:xfrm>
            <a:off x="3368200" y="3837575"/>
            <a:ext cx="2471400" cy="718800"/>
          </a:xfrm>
          <a:prstGeom prst="rect">
            <a:avLst/>
          </a:prstGeom>
        </p:spPr>
        <p:txBody>
          <a:bodyPr anchorCtr="0" anchor="t" bIns="91425" lIns="0"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618" name="Google Shape;618;p127"/>
          <p:cNvSpPr txBox="1"/>
          <p:nvPr>
            <p:ph idx="6" type="subTitle"/>
          </p:nvPr>
        </p:nvSpPr>
        <p:spPr>
          <a:xfrm>
            <a:off x="6267500" y="3837575"/>
            <a:ext cx="2471400" cy="718800"/>
          </a:xfrm>
          <a:prstGeom prst="rect">
            <a:avLst/>
          </a:prstGeom>
        </p:spPr>
        <p:txBody>
          <a:bodyPr anchorCtr="0" anchor="t" bIns="91425" lIns="0" spcFirstLastPara="1" rIns="91425" wrap="square" tIns="91425">
            <a:noAutofit/>
          </a:bodyPr>
          <a:lstStyle>
            <a:lvl1pPr lvl="0" rtl="0">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619" name="Google Shape;619;p127"/>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1_1_1">
    <p:bg>
      <p:bgPr>
        <a:solidFill>
          <a:srgbClr val="292929"/>
        </a:solidFill>
      </p:bgPr>
    </p:bg>
    <p:spTree>
      <p:nvGrpSpPr>
        <p:cNvPr id="620" name="Shape 620"/>
        <p:cNvGrpSpPr/>
        <p:nvPr/>
      </p:nvGrpSpPr>
      <p:grpSpPr>
        <a:xfrm>
          <a:off x="0" y="0"/>
          <a:ext cx="0" cy="0"/>
          <a:chOff x="0" y="0"/>
          <a:chExt cx="0" cy="0"/>
        </a:xfrm>
      </p:grpSpPr>
      <p:sp>
        <p:nvSpPr>
          <p:cNvPr id="621" name="Google Shape;621;p128"/>
          <p:cNvSpPr txBox="1"/>
          <p:nvPr>
            <p:ph type="title"/>
          </p:nvPr>
        </p:nvSpPr>
        <p:spPr>
          <a:xfrm>
            <a:off x="311700" y="4495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500"/>
              <a:buNone/>
              <a:defRPr>
                <a:solidFill>
                  <a:schemeClr val="lt1"/>
                </a:solidFill>
              </a:defRPr>
            </a:lvl1pPr>
            <a:lvl2pPr lvl="1" rtl="0">
              <a:spcBef>
                <a:spcPts val="0"/>
              </a:spcBef>
              <a:spcAft>
                <a:spcPts val="0"/>
              </a:spcAft>
              <a:buClr>
                <a:schemeClr val="lt1"/>
              </a:buClr>
              <a:buSzPts val="2500"/>
              <a:buNone/>
              <a:defRPr>
                <a:solidFill>
                  <a:schemeClr val="lt1"/>
                </a:solidFill>
              </a:defRPr>
            </a:lvl2pPr>
            <a:lvl3pPr lvl="2" rtl="0">
              <a:spcBef>
                <a:spcPts val="0"/>
              </a:spcBef>
              <a:spcAft>
                <a:spcPts val="0"/>
              </a:spcAft>
              <a:buClr>
                <a:schemeClr val="lt1"/>
              </a:buClr>
              <a:buSzPts val="2500"/>
              <a:buNone/>
              <a:defRPr>
                <a:solidFill>
                  <a:schemeClr val="lt1"/>
                </a:solidFill>
              </a:defRPr>
            </a:lvl3pPr>
            <a:lvl4pPr lvl="3" rtl="0">
              <a:spcBef>
                <a:spcPts val="0"/>
              </a:spcBef>
              <a:spcAft>
                <a:spcPts val="0"/>
              </a:spcAft>
              <a:buClr>
                <a:schemeClr val="lt1"/>
              </a:buClr>
              <a:buSzPts val="2500"/>
              <a:buNone/>
              <a:defRPr>
                <a:solidFill>
                  <a:schemeClr val="lt1"/>
                </a:solidFill>
              </a:defRPr>
            </a:lvl4pPr>
            <a:lvl5pPr lvl="4" rtl="0">
              <a:spcBef>
                <a:spcPts val="0"/>
              </a:spcBef>
              <a:spcAft>
                <a:spcPts val="0"/>
              </a:spcAft>
              <a:buClr>
                <a:schemeClr val="lt1"/>
              </a:buClr>
              <a:buSzPts val="2500"/>
              <a:buNone/>
              <a:defRPr>
                <a:solidFill>
                  <a:schemeClr val="lt1"/>
                </a:solidFill>
              </a:defRPr>
            </a:lvl5pPr>
            <a:lvl6pPr lvl="5" rtl="0">
              <a:spcBef>
                <a:spcPts val="0"/>
              </a:spcBef>
              <a:spcAft>
                <a:spcPts val="0"/>
              </a:spcAft>
              <a:buClr>
                <a:schemeClr val="lt1"/>
              </a:buClr>
              <a:buSzPts val="2500"/>
              <a:buNone/>
              <a:defRPr>
                <a:solidFill>
                  <a:schemeClr val="lt1"/>
                </a:solidFill>
              </a:defRPr>
            </a:lvl6pPr>
            <a:lvl7pPr lvl="6" rtl="0">
              <a:spcBef>
                <a:spcPts val="0"/>
              </a:spcBef>
              <a:spcAft>
                <a:spcPts val="0"/>
              </a:spcAft>
              <a:buClr>
                <a:schemeClr val="lt1"/>
              </a:buClr>
              <a:buSzPts val="2500"/>
              <a:buNone/>
              <a:defRPr>
                <a:solidFill>
                  <a:schemeClr val="lt1"/>
                </a:solidFill>
              </a:defRPr>
            </a:lvl7pPr>
            <a:lvl8pPr lvl="7" rtl="0">
              <a:spcBef>
                <a:spcPts val="0"/>
              </a:spcBef>
              <a:spcAft>
                <a:spcPts val="0"/>
              </a:spcAft>
              <a:buClr>
                <a:schemeClr val="lt1"/>
              </a:buClr>
              <a:buSzPts val="2500"/>
              <a:buNone/>
              <a:defRPr>
                <a:solidFill>
                  <a:schemeClr val="lt1"/>
                </a:solidFill>
              </a:defRPr>
            </a:lvl8pPr>
            <a:lvl9pPr lvl="8" rtl="0">
              <a:spcBef>
                <a:spcPts val="0"/>
              </a:spcBef>
              <a:spcAft>
                <a:spcPts val="0"/>
              </a:spcAft>
              <a:buClr>
                <a:schemeClr val="lt1"/>
              </a:buClr>
              <a:buSzPts val="2500"/>
              <a:buNone/>
              <a:defRPr>
                <a:solidFill>
                  <a:schemeClr val="lt1"/>
                </a:solidFill>
              </a:defRPr>
            </a:lvl9pPr>
          </a:lstStyle>
          <a:p/>
        </p:txBody>
      </p:sp>
      <p:sp>
        <p:nvSpPr>
          <p:cNvPr id="622" name="Google Shape;622;p128"/>
          <p:cNvSpPr/>
          <p:nvPr>
            <p:ph idx="2" type="pic"/>
          </p:nvPr>
        </p:nvSpPr>
        <p:spPr>
          <a:xfrm>
            <a:off x="3336263" y="1216152"/>
            <a:ext cx="2471400" cy="2469000"/>
          </a:xfrm>
          <a:prstGeom prst="rect">
            <a:avLst/>
          </a:prstGeom>
          <a:solidFill>
            <a:srgbClr val="F8F8F8"/>
          </a:solidFill>
          <a:ln>
            <a:noFill/>
          </a:ln>
        </p:spPr>
      </p:sp>
      <p:sp>
        <p:nvSpPr>
          <p:cNvPr id="623" name="Google Shape;623;p128"/>
          <p:cNvSpPr/>
          <p:nvPr>
            <p:ph idx="3" type="pic"/>
          </p:nvPr>
        </p:nvSpPr>
        <p:spPr>
          <a:xfrm>
            <a:off x="6243902" y="1216152"/>
            <a:ext cx="2471400" cy="2469000"/>
          </a:xfrm>
          <a:prstGeom prst="rect">
            <a:avLst/>
          </a:prstGeom>
          <a:solidFill>
            <a:srgbClr val="F8F8F8"/>
          </a:solidFill>
          <a:ln>
            <a:noFill/>
          </a:ln>
        </p:spPr>
      </p:sp>
      <p:sp>
        <p:nvSpPr>
          <p:cNvPr id="624" name="Google Shape;624;p128"/>
          <p:cNvSpPr/>
          <p:nvPr>
            <p:ph idx="4" type="pic"/>
          </p:nvPr>
        </p:nvSpPr>
        <p:spPr>
          <a:xfrm>
            <a:off x="428625" y="1216152"/>
            <a:ext cx="2471400" cy="2469000"/>
          </a:xfrm>
          <a:prstGeom prst="rect">
            <a:avLst/>
          </a:prstGeom>
          <a:solidFill>
            <a:srgbClr val="F8F8F8"/>
          </a:solidFill>
          <a:ln>
            <a:noFill/>
          </a:ln>
        </p:spPr>
      </p:sp>
      <p:sp>
        <p:nvSpPr>
          <p:cNvPr id="625" name="Google Shape;625;p128"/>
          <p:cNvSpPr txBox="1"/>
          <p:nvPr>
            <p:ph idx="1" type="subTitle"/>
          </p:nvPr>
        </p:nvSpPr>
        <p:spPr>
          <a:xfrm>
            <a:off x="416050" y="3837575"/>
            <a:ext cx="2471400" cy="718800"/>
          </a:xfrm>
          <a:prstGeom prst="rect">
            <a:avLst/>
          </a:prstGeom>
        </p:spPr>
        <p:txBody>
          <a:bodyPr anchorCtr="0" anchor="t" bIns="91425" lIns="0" spcFirstLastPara="1" rIns="91425" wrap="square" tIns="91425">
            <a:noAutofit/>
          </a:bodyPr>
          <a:lstStyle>
            <a:lvl1pPr lvl="0" rtl="0">
              <a:spcBef>
                <a:spcPts val="0"/>
              </a:spcBef>
              <a:spcAft>
                <a:spcPts val="0"/>
              </a:spcAft>
              <a:buClr>
                <a:schemeClr val="lt1"/>
              </a:buClr>
              <a:buSzPts val="1200"/>
              <a:buNone/>
              <a:defRPr>
                <a:solidFill>
                  <a:schemeClr val="lt1"/>
                </a:solidFill>
              </a:defRPr>
            </a:lvl1pPr>
            <a:lvl2pPr lvl="1" rtl="0">
              <a:spcBef>
                <a:spcPts val="0"/>
              </a:spcBef>
              <a:spcAft>
                <a:spcPts val="0"/>
              </a:spcAft>
              <a:buClr>
                <a:schemeClr val="lt1"/>
              </a:buClr>
              <a:buSzPts val="1200"/>
              <a:buNone/>
              <a:defRPr>
                <a:solidFill>
                  <a:schemeClr val="lt1"/>
                </a:solidFill>
              </a:defRPr>
            </a:lvl2pPr>
            <a:lvl3pPr lvl="2" rtl="0">
              <a:spcBef>
                <a:spcPts val="0"/>
              </a:spcBef>
              <a:spcAft>
                <a:spcPts val="0"/>
              </a:spcAft>
              <a:buClr>
                <a:schemeClr val="lt1"/>
              </a:buClr>
              <a:buSzPts val="1200"/>
              <a:buNone/>
              <a:defRPr>
                <a:solidFill>
                  <a:schemeClr val="lt1"/>
                </a:solidFill>
              </a:defRPr>
            </a:lvl3pPr>
            <a:lvl4pPr lvl="3" rtl="0">
              <a:spcBef>
                <a:spcPts val="0"/>
              </a:spcBef>
              <a:spcAft>
                <a:spcPts val="0"/>
              </a:spcAft>
              <a:buClr>
                <a:schemeClr val="lt1"/>
              </a:buClr>
              <a:buSzPts val="1200"/>
              <a:buNone/>
              <a:defRPr>
                <a:solidFill>
                  <a:schemeClr val="lt1"/>
                </a:solidFill>
              </a:defRPr>
            </a:lvl4pPr>
            <a:lvl5pPr lvl="4" rtl="0">
              <a:spcBef>
                <a:spcPts val="0"/>
              </a:spcBef>
              <a:spcAft>
                <a:spcPts val="0"/>
              </a:spcAft>
              <a:buClr>
                <a:schemeClr val="lt1"/>
              </a:buClr>
              <a:buSzPts val="1200"/>
              <a:buNone/>
              <a:defRPr>
                <a:solidFill>
                  <a:schemeClr val="lt1"/>
                </a:solidFill>
              </a:defRPr>
            </a:lvl5pPr>
            <a:lvl6pPr lvl="5" rtl="0">
              <a:spcBef>
                <a:spcPts val="0"/>
              </a:spcBef>
              <a:spcAft>
                <a:spcPts val="0"/>
              </a:spcAft>
              <a:buClr>
                <a:schemeClr val="lt1"/>
              </a:buClr>
              <a:buSzPts val="1200"/>
              <a:buNone/>
              <a:defRPr>
                <a:solidFill>
                  <a:schemeClr val="lt1"/>
                </a:solidFill>
              </a:defRPr>
            </a:lvl6pPr>
            <a:lvl7pPr lvl="6" rtl="0">
              <a:spcBef>
                <a:spcPts val="0"/>
              </a:spcBef>
              <a:spcAft>
                <a:spcPts val="0"/>
              </a:spcAft>
              <a:buClr>
                <a:schemeClr val="lt1"/>
              </a:buClr>
              <a:buSzPts val="1200"/>
              <a:buNone/>
              <a:defRPr>
                <a:solidFill>
                  <a:schemeClr val="lt1"/>
                </a:solidFill>
              </a:defRPr>
            </a:lvl7pPr>
            <a:lvl8pPr lvl="7" rtl="0">
              <a:spcBef>
                <a:spcPts val="0"/>
              </a:spcBef>
              <a:spcAft>
                <a:spcPts val="0"/>
              </a:spcAft>
              <a:buClr>
                <a:schemeClr val="lt1"/>
              </a:buClr>
              <a:buSzPts val="1200"/>
              <a:buNone/>
              <a:defRPr>
                <a:solidFill>
                  <a:schemeClr val="lt1"/>
                </a:solidFill>
              </a:defRPr>
            </a:lvl8pPr>
            <a:lvl9pPr lvl="8" rtl="0">
              <a:spcBef>
                <a:spcPts val="0"/>
              </a:spcBef>
              <a:spcAft>
                <a:spcPts val="0"/>
              </a:spcAft>
              <a:buClr>
                <a:schemeClr val="lt1"/>
              </a:buClr>
              <a:buSzPts val="1200"/>
              <a:buNone/>
              <a:defRPr>
                <a:solidFill>
                  <a:schemeClr val="lt1"/>
                </a:solidFill>
              </a:defRPr>
            </a:lvl9pPr>
          </a:lstStyle>
          <a:p/>
        </p:txBody>
      </p:sp>
      <p:sp>
        <p:nvSpPr>
          <p:cNvPr id="626" name="Google Shape;626;p128"/>
          <p:cNvSpPr txBox="1"/>
          <p:nvPr>
            <p:ph idx="5" type="subTitle"/>
          </p:nvPr>
        </p:nvSpPr>
        <p:spPr>
          <a:xfrm>
            <a:off x="3368200" y="3837575"/>
            <a:ext cx="2471400" cy="718800"/>
          </a:xfrm>
          <a:prstGeom prst="rect">
            <a:avLst/>
          </a:prstGeom>
        </p:spPr>
        <p:txBody>
          <a:bodyPr anchorCtr="0" anchor="t" bIns="91425" lIns="0" spcFirstLastPara="1" rIns="91425" wrap="square" tIns="91425">
            <a:noAutofit/>
          </a:bodyPr>
          <a:lstStyle>
            <a:lvl1pPr lvl="0" rtl="0">
              <a:spcBef>
                <a:spcPts val="0"/>
              </a:spcBef>
              <a:spcAft>
                <a:spcPts val="0"/>
              </a:spcAft>
              <a:buClr>
                <a:schemeClr val="lt1"/>
              </a:buClr>
              <a:buSzPts val="1200"/>
              <a:buNone/>
              <a:defRPr>
                <a:solidFill>
                  <a:schemeClr val="lt1"/>
                </a:solidFill>
              </a:defRPr>
            </a:lvl1pPr>
            <a:lvl2pPr lvl="1" rtl="0">
              <a:spcBef>
                <a:spcPts val="0"/>
              </a:spcBef>
              <a:spcAft>
                <a:spcPts val="0"/>
              </a:spcAft>
              <a:buClr>
                <a:schemeClr val="lt1"/>
              </a:buClr>
              <a:buSzPts val="1200"/>
              <a:buNone/>
              <a:defRPr>
                <a:solidFill>
                  <a:schemeClr val="lt1"/>
                </a:solidFill>
              </a:defRPr>
            </a:lvl2pPr>
            <a:lvl3pPr lvl="2" rtl="0">
              <a:spcBef>
                <a:spcPts val="0"/>
              </a:spcBef>
              <a:spcAft>
                <a:spcPts val="0"/>
              </a:spcAft>
              <a:buClr>
                <a:schemeClr val="lt1"/>
              </a:buClr>
              <a:buSzPts val="1200"/>
              <a:buNone/>
              <a:defRPr>
                <a:solidFill>
                  <a:schemeClr val="lt1"/>
                </a:solidFill>
              </a:defRPr>
            </a:lvl3pPr>
            <a:lvl4pPr lvl="3" rtl="0">
              <a:spcBef>
                <a:spcPts val="0"/>
              </a:spcBef>
              <a:spcAft>
                <a:spcPts val="0"/>
              </a:spcAft>
              <a:buClr>
                <a:schemeClr val="lt1"/>
              </a:buClr>
              <a:buSzPts val="1200"/>
              <a:buNone/>
              <a:defRPr>
                <a:solidFill>
                  <a:schemeClr val="lt1"/>
                </a:solidFill>
              </a:defRPr>
            </a:lvl4pPr>
            <a:lvl5pPr lvl="4" rtl="0">
              <a:spcBef>
                <a:spcPts val="0"/>
              </a:spcBef>
              <a:spcAft>
                <a:spcPts val="0"/>
              </a:spcAft>
              <a:buClr>
                <a:schemeClr val="lt1"/>
              </a:buClr>
              <a:buSzPts val="1200"/>
              <a:buNone/>
              <a:defRPr>
                <a:solidFill>
                  <a:schemeClr val="lt1"/>
                </a:solidFill>
              </a:defRPr>
            </a:lvl5pPr>
            <a:lvl6pPr lvl="5" rtl="0">
              <a:spcBef>
                <a:spcPts val="0"/>
              </a:spcBef>
              <a:spcAft>
                <a:spcPts val="0"/>
              </a:spcAft>
              <a:buClr>
                <a:schemeClr val="lt1"/>
              </a:buClr>
              <a:buSzPts val="1200"/>
              <a:buNone/>
              <a:defRPr>
                <a:solidFill>
                  <a:schemeClr val="lt1"/>
                </a:solidFill>
              </a:defRPr>
            </a:lvl6pPr>
            <a:lvl7pPr lvl="6" rtl="0">
              <a:spcBef>
                <a:spcPts val="0"/>
              </a:spcBef>
              <a:spcAft>
                <a:spcPts val="0"/>
              </a:spcAft>
              <a:buClr>
                <a:schemeClr val="lt1"/>
              </a:buClr>
              <a:buSzPts val="1200"/>
              <a:buNone/>
              <a:defRPr>
                <a:solidFill>
                  <a:schemeClr val="lt1"/>
                </a:solidFill>
              </a:defRPr>
            </a:lvl7pPr>
            <a:lvl8pPr lvl="7" rtl="0">
              <a:spcBef>
                <a:spcPts val="0"/>
              </a:spcBef>
              <a:spcAft>
                <a:spcPts val="0"/>
              </a:spcAft>
              <a:buClr>
                <a:schemeClr val="lt1"/>
              </a:buClr>
              <a:buSzPts val="1200"/>
              <a:buNone/>
              <a:defRPr>
                <a:solidFill>
                  <a:schemeClr val="lt1"/>
                </a:solidFill>
              </a:defRPr>
            </a:lvl8pPr>
            <a:lvl9pPr lvl="8" rtl="0">
              <a:spcBef>
                <a:spcPts val="0"/>
              </a:spcBef>
              <a:spcAft>
                <a:spcPts val="0"/>
              </a:spcAft>
              <a:buClr>
                <a:schemeClr val="lt1"/>
              </a:buClr>
              <a:buSzPts val="1200"/>
              <a:buNone/>
              <a:defRPr>
                <a:solidFill>
                  <a:schemeClr val="lt1"/>
                </a:solidFill>
              </a:defRPr>
            </a:lvl9pPr>
          </a:lstStyle>
          <a:p/>
        </p:txBody>
      </p:sp>
      <p:sp>
        <p:nvSpPr>
          <p:cNvPr id="627" name="Google Shape;627;p128"/>
          <p:cNvSpPr txBox="1"/>
          <p:nvPr>
            <p:ph idx="6" type="subTitle"/>
          </p:nvPr>
        </p:nvSpPr>
        <p:spPr>
          <a:xfrm>
            <a:off x="6267500" y="3837575"/>
            <a:ext cx="2471400" cy="718800"/>
          </a:xfrm>
          <a:prstGeom prst="rect">
            <a:avLst/>
          </a:prstGeom>
        </p:spPr>
        <p:txBody>
          <a:bodyPr anchorCtr="0" anchor="t" bIns="91425" lIns="0" spcFirstLastPara="1" rIns="91425" wrap="square" tIns="91425">
            <a:noAutofit/>
          </a:bodyPr>
          <a:lstStyle>
            <a:lvl1pPr lvl="0" rtl="0">
              <a:spcBef>
                <a:spcPts val="0"/>
              </a:spcBef>
              <a:spcAft>
                <a:spcPts val="0"/>
              </a:spcAft>
              <a:buClr>
                <a:schemeClr val="lt1"/>
              </a:buClr>
              <a:buSzPts val="1200"/>
              <a:buNone/>
              <a:defRPr>
                <a:solidFill>
                  <a:schemeClr val="lt1"/>
                </a:solidFill>
              </a:defRPr>
            </a:lvl1pPr>
            <a:lvl2pPr lvl="1" rtl="0">
              <a:spcBef>
                <a:spcPts val="0"/>
              </a:spcBef>
              <a:spcAft>
                <a:spcPts val="0"/>
              </a:spcAft>
              <a:buClr>
                <a:schemeClr val="lt1"/>
              </a:buClr>
              <a:buSzPts val="1200"/>
              <a:buNone/>
              <a:defRPr>
                <a:solidFill>
                  <a:schemeClr val="lt1"/>
                </a:solidFill>
              </a:defRPr>
            </a:lvl2pPr>
            <a:lvl3pPr lvl="2" rtl="0">
              <a:spcBef>
                <a:spcPts val="0"/>
              </a:spcBef>
              <a:spcAft>
                <a:spcPts val="0"/>
              </a:spcAft>
              <a:buClr>
                <a:schemeClr val="lt1"/>
              </a:buClr>
              <a:buSzPts val="1200"/>
              <a:buNone/>
              <a:defRPr>
                <a:solidFill>
                  <a:schemeClr val="lt1"/>
                </a:solidFill>
              </a:defRPr>
            </a:lvl3pPr>
            <a:lvl4pPr lvl="3" rtl="0">
              <a:spcBef>
                <a:spcPts val="0"/>
              </a:spcBef>
              <a:spcAft>
                <a:spcPts val="0"/>
              </a:spcAft>
              <a:buClr>
                <a:schemeClr val="lt1"/>
              </a:buClr>
              <a:buSzPts val="1200"/>
              <a:buNone/>
              <a:defRPr>
                <a:solidFill>
                  <a:schemeClr val="lt1"/>
                </a:solidFill>
              </a:defRPr>
            </a:lvl4pPr>
            <a:lvl5pPr lvl="4" rtl="0">
              <a:spcBef>
                <a:spcPts val="0"/>
              </a:spcBef>
              <a:spcAft>
                <a:spcPts val="0"/>
              </a:spcAft>
              <a:buClr>
                <a:schemeClr val="lt1"/>
              </a:buClr>
              <a:buSzPts val="1200"/>
              <a:buNone/>
              <a:defRPr>
                <a:solidFill>
                  <a:schemeClr val="lt1"/>
                </a:solidFill>
              </a:defRPr>
            </a:lvl5pPr>
            <a:lvl6pPr lvl="5" rtl="0">
              <a:spcBef>
                <a:spcPts val="0"/>
              </a:spcBef>
              <a:spcAft>
                <a:spcPts val="0"/>
              </a:spcAft>
              <a:buClr>
                <a:schemeClr val="lt1"/>
              </a:buClr>
              <a:buSzPts val="1200"/>
              <a:buNone/>
              <a:defRPr>
                <a:solidFill>
                  <a:schemeClr val="lt1"/>
                </a:solidFill>
              </a:defRPr>
            </a:lvl6pPr>
            <a:lvl7pPr lvl="6" rtl="0">
              <a:spcBef>
                <a:spcPts val="0"/>
              </a:spcBef>
              <a:spcAft>
                <a:spcPts val="0"/>
              </a:spcAft>
              <a:buClr>
                <a:schemeClr val="lt1"/>
              </a:buClr>
              <a:buSzPts val="1200"/>
              <a:buNone/>
              <a:defRPr>
                <a:solidFill>
                  <a:schemeClr val="lt1"/>
                </a:solidFill>
              </a:defRPr>
            </a:lvl7pPr>
            <a:lvl8pPr lvl="7" rtl="0">
              <a:spcBef>
                <a:spcPts val="0"/>
              </a:spcBef>
              <a:spcAft>
                <a:spcPts val="0"/>
              </a:spcAft>
              <a:buClr>
                <a:schemeClr val="lt1"/>
              </a:buClr>
              <a:buSzPts val="1200"/>
              <a:buNone/>
              <a:defRPr>
                <a:solidFill>
                  <a:schemeClr val="lt1"/>
                </a:solidFill>
              </a:defRPr>
            </a:lvl8pPr>
            <a:lvl9pPr lvl="8" rtl="0">
              <a:spcBef>
                <a:spcPts val="0"/>
              </a:spcBef>
              <a:spcAft>
                <a:spcPts val="0"/>
              </a:spcAft>
              <a:buClr>
                <a:schemeClr val="lt1"/>
              </a:buClr>
              <a:buSzPts val="1200"/>
              <a:buNone/>
              <a:defRPr>
                <a:solidFill>
                  <a:schemeClr val="lt1"/>
                </a:solidFill>
              </a:defRPr>
            </a:lvl9pPr>
          </a:lstStyle>
          <a:p/>
        </p:txBody>
      </p:sp>
      <p:pic>
        <p:nvPicPr>
          <p:cNvPr id="628" name="Google Shape;628;p128"/>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_light" type="twoColTx">
  <p:cSld name="TITLE_AND_TWO_COLUMNS">
    <p:spTree>
      <p:nvGrpSpPr>
        <p:cNvPr id="629" name="Shape 629"/>
        <p:cNvGrpSpPr/>
        <p:nvPr/>
      </p:nvGrpSpPr>
      <p:grpSpPr>
        <a:xfrm>
          <a:off x="0" y="0"/>
          <a:ext cx="0" cy="0"/>
          <a:chOff x="0" y="0"/>
          <a:chExt cx="0" cy="0"/>
        </a:xfrm>
      </p:grpSpPr>
      <p:sp>
        <p:nvSpPr>
          <p:cNvPr id="630" name="Google Shape;630;p129"/>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
        <p:nvSpPr>
          <p:cNvPr id="631" name="Google Shape;631;p129"/>
          <p:cNvSpPr txBox="1"/>
          <p:nvPr>
            <p:ph idx="1" type="body"/>
          </p:nvPr>
        </p:nvSpPr>
        <p:spPr>
          <a:xfrm>
            <a:off x="311700" y="1152475"/>
            <a:ext cx="3999900" cy="3305100"/>
          </a:xfrm>
          <a:prstGeom prst="rect">
            <a:avLst/>
          </a:prstGeom>
        </p:spPr>
        <p:txBody>
          <a:bodyPr anchorCtr="0" anchor="b"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632" name="Google Shape;632;p129"/>
          <p:cNvSpPr txBox="1"/>
          <p:nvPr>
            <p:ph idx="2" type="body"/>
          </p:nvPr>
        </p:nvSpPr>
        <p:spPr>
          <a:xfrm>
            <a:off x="4832400" y="1152475"/>
            <a:ext cx="3999900" cy="3305100"/>
          </a:xfrm>
          <a:prstGeom prst="rect">
            <a:avLst/>
          </a:prstGeom>
        </p:spPr>
        <p:txBody>
          <a:bodyPr anchorCtr="0" anchor="b"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pic>
        <p:nvPicPr>
          <p:cNvPr id="633" name="Google Shape;633;p129"/>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_dark">
  <p:cSld name="TITLE_AND_TWO_COLUMNS_2">
    <p:bg>
      <p:bgPr>
        <a:solidFill>
          <a:srgbClr val="171717"/>
        </a:solidFill>
      </p:bgPr>
    </p:bg>
    <p:spTree>
      <p:nvGrpSpPr>
        <p:cNvPr id="634" name="Shape 634"/>
        <p:cNvGrpSpPr/>
        <p:nvPr/>
      </p:nvGrpSpPr>
      <p:grpSpPr>
        <a:xfrm>
          <a:off x="0" y="0"/>
          <a:ext cx="0" cy="0"/>
          <a:chOff x="0" y="0"/>
          <a:chExt cx="0" cy="0"/>
        </a:xfrm>
      </p:grpSpPr>
      <p:sp>
        <p:nvSpPr>
          <p:cNvPr id="635" name="Google Shape;635;p130"/>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500"/>
              <a:buNone/>
              <a:defRPr>
                <a:solidFill>
                  <a:schemeClr val="lt1"/>
                </a:solidFill>
              </a:defRPr>
            </a:lvl1pPr>
            <a:lvl2pPr lvl="1" rtl="0">
              <a:spcBef>
                <a:spcPts val="0"/>
              </a:spcBef>
              <a:spcAft>
                <a:spcPts val="0"/>
              </a:spcAft>
              <a:buClr>
                <a:schemeClr val="lt1"/>
              </a:buClr>
              <a:buSzPts val="2500"/>
              <a:buNone/>
              <a:defRPr>
                <a:solidFill>
                  <a:schemeClr val="lt1"/>
                </a:solidFill>
              </a:defRPr>
            </a:lvl2pPr>
            <a:lvl3pPr lvl="2" rtl="0">
              <a:spcBef>
                <a:spcPts val="0"/>
              </a:spcBef>
              <a:spcAft>
                <a:spcPts val="0"/>
              </a:spcAft>
              <a:buClr>
                <a:schemeClr val="lt1"/>
              </a:buClr>
              <a:buSzPts val="2500"/>
              <a:buNone/>
              <a:defRPr>
                <a:solidFill>
                  <a:schemeClr val="lt1"/>
                </a:solidFill>
              </a:defRPr>
            </a:lvl3pPr>
            <a:lvl4pPr lvl="3" rtl="0">
              <a:spcBef>
                <a:spcPts val="0"/>
              </a:spcBef>
              <a:spcAft>
                <a:spcPts val="0"/>
              </a:spcAft>
              <a:buClr>
                <a:schemeClr val="lt1"/>
              </a:buClr>
              <a:buSzPts val="2500"/>
              <a:buNone/>
              <a:defRPr>
                <a:solidFill>
                  <a:schemeClr val="lt1"/>
                </a:solidFill>
              </a:defRPr>
            </a:lvl4pPr>
            <a:lvl5pPr lvl="4" rtl="0">
              <a:spcBef>
                <a:spcPts val="0"/>
              </a:spcBef>
              <a:spcAft>
                <a:spcPts val="0"/>
              </a:spcAft>
              <a:buClr>
                <a:schemeClr val="lt1"/>
              </a:buClr>
              <a:buSzPts val="2500"/>
              <a:buNone/>
              <a:defRPr>
                <a:solidFill>
                  <a:schemeClr val="lt1"/>
                </a:solidFill>
              </a:defRPr>
            </a:lvl5pPr>
            <a:lvl6pPr lvl="5" rtl="0">
              <a:spcBef>
                <a:spcPts val="0"/>
              </a:spcBef>
              <a:spcAft>
                <a:spcPts val="0"/>
              </a:spcAft>
              <a:buClr>
                <a:schemeClr val="lt1"/>
              </a:buClr>
              <a:buSzPts val="2500"/>
              <a:buNone/>
              <a:defRPr>
                <a:solidFill>
                  <a:schemeClr val="lt1"/>
                </a:solidFill>
              </a:defRPr>
            </a:lvl6pPr>
            <a:lvl7pPr lvl="6" rtl="0">
              <a:spcBef>
                <a:spcPts val="0"/>
              </a:spcBef>
              <a:spcAft>
                <a:spcPts val="0"/>
              </a:spcAft>
              <a:buClr>
                <a:schemeClr val="lt1"/>
              </a:buClr>
              <a:buSzPts val="2500"/>
              <a:buNone/>
              <a:defRPr>
                <a:solidFill>
                  <a:schemeClr val="lt1"/>
                </a:solidFill>
              </a:defRPr>
            </a:lvl7pPr>
            <a:lvl8pPr lvl="7" rtl="0">
              <a:spcBef>
                <a:spcPts val="0"/>
              </a:spcBef>
              <a:spcAft>
                <a:spcPts val="0"/>
              </a:spcAft>
              <a:buClr>
                <a:schemeClr val="lt1"/>
              </a:buClr>
              <a:buSzPts val="2500"/>
              <a:buNone/>
              <a:defRPr>
                <a:solidFill>
                  <a:schemeClr val="lt1"/>
                </a:solidFill>
              </a:defRPr>
            </a:lvl8pPr>
            <a:lvl9pPr lvl="8" rtl="0">
              <a:spcBef>
                <a:spcPts val="0"/>
              </a:spcBef>
              <a:spcAft>
                <a:spcPts val="0"/>
              </a:spcAft>
              <a:buClr>
                <a:schemeClr val="lt1"/>
              </a:buClr>
              <a:buSzPts val="2500"/>
              <a:buNone/>
              <a:defRPr>
                <a:solidFill>
                  <a:schemeClr val="lt1"/>
                </a:solidFill>
              </a:defRPr>
            </a:lvl9pPr>
          </a:lstStyle>
          <a:p/>
        </p:txBody>
      </p:sp>
      <p:sp>
        <p:nvSpPr>
          <p:cNvPr id="636" name="Google Shape;636;p130"/>
          <p:cNvSpPr txBox="1"/>
          <p:nvPr>
            <p:ph idx="1" type="body"/>
          </p:nvPr>
        </p:nvSpPr>
        <p:spPr>
          <a:xfrm>
            <a:off x="311700" y="1152475"/>
            <a:ext cx="3999900" cy="3305100"/>
          </a:xfrm>
          <a:prstGeom prst="rect">
            <a:avLst/>
          </a:prstGeom>
        </p:spPr>
        <p:txBody>
          <a:bodyPr anchorCtr="0" anchor="b" bIns="91425" lIns="91425" spcFirstLastPara="1" rIns="91425" wrap="square" tIns="91425">
            <a:noAutofit/>
          </a:bodyPr>
          <a:lstStyle>
            <a:lvl1pPr indent="-311150" lvl="0" marL="457200" rtl="0">
              <a:spcBef>
                <a:spcPts val="0"/>
              </a:spcBef>
              <a:spcAft>
                <a:spcPts val="0"/>
              </a:spcAft>
              <a:buClr>
                <a:schemeClr val="lt1"/>
              </a:buClr>
              <a:buSzPts val="1300"/>
              <a:buChar char="●"/>
              <a:defRPr sz="1300">
                <a:solidFill>
                  <a:schemeClr val="lt1"/>
                </a:solidFill>
              </a:defRPr>
            </a:lvl1pPr>
            <a:lvl2pPr indent="-311150" lvl="1" marL="914400" rtl="0">
              <a:spcBef>
                <a:spcPts val="0"/>
              </a:spcBef>
              <a:spcAft>
                <a:spcPts val="0"/>
              </a:spcAft>
              <a:buClr>
                <a:schemeClr val="lt1"/>
              </a:buClr>
              <a:buSzPts val="1300"/>
              <a:buChar char="○"/>
              <a:defRPr sz="1300">
                <a:solidFill>
                  <a:schemeClr val="lt1"/>
                </a:solidFill>
              </a:defRPr>
            </a:lvl2pPr>
            <a:lvl3pPr indent="-311150" lvl="2" marL="1371600" rtl="0">
              <a:spcBef>
                <a:spcPts val="0"/>
              </a:spcBef>
              <a:spcAft>
                <a:spcPts val="0"/>
              </a:spcAft>
              <a:buClr>
                <a:schemeClr val="lt1"/>
              </a:buClr>
              <a:buSzPts val="1300"/>
              <a:buChar char="■"/>
              <a:defRPr sz="1300">
                <a:solidFill>
                  <a:schemeClr val="lt1"/>
                </a:solidFill>
              </a:defRPr>
            </a:lvl3pPr>
            <a:lvl4pPr indent="-311150" lvl="3" marL="1828800" rtl="0">
              <a:spcBef>
                <a:spcPts val="0"/>
              </a:spcBef>
              <a:spcAft>
                <a:spcPts val="0"/>
              </a:spcAft>
              <a:buClr>
                <a:schemeClr val="lt1"/>
              </a:buClr>
              <a:buSzPts val="1300"/>
              <a:buChar char="●"/>
              <a:defRPr sz="1300">
                <a:solidFill>
                  <a:schemeClr val="lt1"/>
                </a:solidFill>
              </a:defRPr>
            </a:lvl4pPr>
            <a:lvl5pPr indent="-311150" lvl="4" marL="2286000" rtl="0">
              <a:spcBef>
                <a:spcPts val="0"/>
              </a:spcBef>
              <a:spcAft>
                <a:spcPts val="0"/>
              </a:spcAft>
              <a:buClr>
                <a:schemeClr val="lt1"/>
              </a:buClr>
              <a:buSzPts val="1300"/>
              <a:buChar char="○"/>
              <a:defRPr sz="1300">
                <a:solidFill>
                  <a:schemeClr val="lt1"/>
                </a:solidFill>
              </a:defRPr>
            </a:lvl5pPr>
            <a:lvl6pPr indent="-311150" lvl="5" marL="2743200" rtl="0">
              <a:spcBef>
                <a:spcPts val="0"/>
              </a:spcBef>
              <a:spcAft>
                <a:spcPts val="0"/>
              </a:spcAft>
              <a:buClr>
                <a:schemeClr val="lt1"/>
              </a:buClr>
              <a:buSzPts val="1300"/>
              <a:buChar char="■"/>
              <a:defRPr sz="1300">
                <a:solidFill>
                  <a:schemeClr val="lt1"/>
                </a:solidFill>
              </a:defRPr>
            </a:lvl6pPr>
            <a:lvl7pPr indent="-311150" lvl="6" marL="3200400" rtl="0">
              <a:spcBef>
                <a:spcPts val="0"/>
              </a:spcBef>
              <a:spcAft>
                <a:spcPts val="0"/>
              </a:spcAft>
              <a:buClr>
                <a:schemeClr val="lt1"/>
              </a:buClr>
              <a:buSzPts val="1300"/>
              <a:buChar char="●"/>
              <a:defRPr sz="1300">
                <a:solidFill>
                  <a:schemeClr val="lt1"/>
                </a:solidFill>
              </a:defRPr>
            </a:lvl7pPr>
            <a:lvl8pPr indent="-311150" lvl="7" marL="3657600" rtl="0">
              <a:spcBef>
                <a:spcPts val="0"/>
              </a:spcBef>
              <a:spcAft>
                <a:spcPts val="0"/>
              </a:spcAft>
              <a:buClr>
                <a:schemeClr val="lt1"/>
              </a:buClr>
              <a:buSzPts val="1300"/>
              <a:buChar char="○"/>
              <a:defRPr sz="1300">
                <a:solidFill>
                  <a:schemeClr val="lt1"/>
                </a:solidFill>
              </a:defRPr>
            </a:lvl8pPr>
            <a:lvl9pPr indent="-311150" lvl="8" marL="4114800" rtl="0">
              <a:spcBef>
                <a:spcPts val="0"/>
              </a:spcBef>
              <a:spcAft>
                <a:spcPts val="0"/>
              </a:spcAft>
              <a:buClr>
                <a:schemeClr val="lt1"/>
              </a:buClr>
              <a:buSzPts val="1300"/>
              <a:buChar char="■"/>
              <a:defRPr sz="1300">
                <a:solidFill>
                  <a:schemeClr val="lt1"/>
                </a:solidFill>
              </a:defRPr>
            </a:lvl9pPr>
          </a:lstStyle>
          <a:p/>
        </p:txBody>
      </p:sp>
      <p:sp>
        <p:nvSpPr>
          <p:cNvPr id="637" name="Google Shape;637;p130"/>
          <p:cNvSpPr txBox="1"/>
          <p:nvPr>
            <p:ph idx="2" type="body"/>
          </p:nvPr>
        </p:nvSpPr>
        <p:spPr>
          <a:xfrm>
            <a:off x="4832400" y="1152475"/>
            <a:ext cx="3999900" cy="3305100"/>
          </a:xfrm>
          <a:prstGeom prst="rect">
            <a:avLst/>
          </a:prstGeom>
        </p:spPr>
        <p:txBody>
          <a:bodyPr anchorCtr="0" anchor="b" bIns="91425" lIns="91425" spcFirstLastPara="1" rIns="91425" wrap="square" tIns="91425">
            <a:noAutofit/>
          </a:bodyPr>
          <a:lstStyle>
            <a:lvl1pPr indent="-311150" lvl="0" marL="457200" rtl="0">
              <a:spcBef>
                <a:spcPts val="0"/>
              </a:spcBef>
              <a:spcAft>
                <a:spcPts val="0"/>
              </a:spcAft>
              <a:buClr>
                <a:schemeClr val="lt1"/>
              </a:buClr>
              <a:buSzPts val="1300"/>
              <a:buChar char="●"/>
              <a:defRPr sz="1300">
                <a:solidFill>
                  <a:schemeClr val="lt1"/>
                </a:solidFill>
              </a:defRPr>
            </a:lvl1pPr>
            <a:lvl2pPr indent="-311150" lvl="1" marL="914400" rtl="0">
              <a:spcBef>
                <a:spcPts val="0"/>
              </a:spcBef>
              <a:spcAft>
                <a:spcPts val="0"/>
              </a:spcAft>
              <a:buClr>
                <a:schemeClr val="lt1"/>
              </a:buClr>
              <a:buSzPts val="1300"/>
              <a:buChar char="○"/>
              <a:defRPr sz="1300">
                <a:solidFill>
                  <a:schemeClr val="lt1"/>
                </a:solidFill>
              </a:defRPr>
            </a:lvl2pPr>
            <a:lvl3pPr indent="-311150" lvl="2" marL="1371600" rtl="0">
              <a:spcBef>
                <a:spcPts val="0"/>
              </a:spcBef>
              <a:spcAft>
                <a:spcPts val="0"/>
              </a:spcAft>
              <a:buClr>
                <a:schemeClr val="lt1"/>
              </a:buClr>
              <a:buSzPts val="1300"/>
              <a:buChar char="■"/>
              <a:defRPr sz="1300">
                <a:solidFill>
                  <a:schemeClr val="lt1"/>
                </a:solidFill>
              </a:defRPr>
            </a:lvl3pPr>
            <a:lvl4pPr indent="-311150" lvl="3" marL="1828800" rtl="0">
              <a:spcBef>
                <a:spcPts val="0"/>
              </a:spcBef>
              <a:spcAft>
                <a:spcPts val="0"/>
              </a:spcAft>
              <a:buClr>
                <a:schemeClr val="lt1"/>
              </a:buClr>
              <a:buSzPts val="1300"/>
              <a:buChar char="●"/>
              <a:defRPr sz="1300">
                <a:solidFill>
                  <a:schemeClr val="lt1"/>
                </a:solidFill>
              </a:defRPr>
            </a:lvl4pPr>
            <a:lvl5pPr indent="-311150" lvl="4" marL="2286000" rtl="0">
              <a:spcBef>
                <a:spcPts val="0"/>
              </a:spcBef>
              <a:spcAft>
                <a:spcPts val="0"/>
              </a:spcAft>
              <a:buClr>
                <a:schemeClr val="lt1"/>
              </a:buClr>
              <a:buSzPts val="1300"/>
              <a:buChar char="○"/>
              <a:defRPr sz="1300">
                <a:solidFill>
                  <a:schemeClr val="lt1"/>
                </a:solidFill>
              </a:defRPr>
            </a:lvl5pPr>
            <a:lvl6pPr indent="-311150" lvl="5" marL="2743200" rtl="0">
              <a:spcBef>
                <a:spcPts val="0"/>
              </a:spcBef>
              <a:spcAft>
                <a:spcPts val="0"/>
              </a:spcAft>
              <a:buClr>
                <a:schemeClr val="lt1"/>
              </a:buClr>
              <a:buSzPts val="1300"/>
              <a:buChar char="■"/>
              <a:defRPr sz="1300">
                <a:solidFill>
                  <a:schemeClr val="lt1"/>
                </a:solidFill>
              </a:defRPr>
            </a:lvl6pPr>
            <a:lvl7pPr indent="-311150" lvl="6" marL="3200400" rtl="0">
              <a:spcBef>
                <a:spcPts val="0"/>
              </a:spcBef>
              <a:spcAft>
                <a:spcPts val="0"/>
              </a:spcAft>
              <a:buClr>
                <a:schemeClr val="lt1"/>
              </a:buClr>
              <a:buSzPts val="1300"/>
              <a:buChar char="●"/>
              <a:defRPr sz="1300">
                <a:solidFill>
                  <a:schemeClr val="lt1"/>
                </a:solidFill>
              </a:defRPr>
            </a:lvl7pPr>
            <a:lvl8pPr indent="-311150" lvl="7" marL="3657600" rtl="0">
              <a:spcBef>
                <a:spcPts val="0"/>
              </a:spcBef>
              <a:spcAft>
                <a:spcPts val="0"/>
              </a:spcAft>
              <a:buClr>
                <a:schemeClr val="lt1"/>
              </a:buClr>
              <a:buSzPts val="1300"/>
              <a:buChar char="○"/>
              <a:defRPr sz="1300">
                <a:solidFill>
                  <a:schemeClr val="lt1"/>
                </a:solidFill>
              </a:defRPr>
            </a:lvl8pPr>
            <a:lvl9pPr indent="-311150" lvl="8" marL="4114800" rtl="0">
              <a:spcBef>
                <a:spcPts val="0"/>
              </a:spcBef>
              <a:spcAft>
                <a:spcPts val="0"/>
              </a:spcAft>
              <a:buClr>
                <a:schemeClr val="lt1"/>
              </a:buClr>
              <a:buSzPts val="1300"/>
              <a:buChar char="■"/>
              <a:defRPr sz="1300">
                <a:solidFill>
                  <a:schemeClr val="lt1"/>
                </a:solidFill>
              </a:defRPr>
            </a:lvl9pPr>
          </a:lstStyle>
          <a:p/>
        </p:txBody>
      </p:sp>
      <p:sp>
        <p:nvSpPr>
          <p:cNvPr id="638" name="Google Shape;638;p1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pic>
        <p:nvPicPr>
          <p:cNvPr id="639" name="Google Shape;639;p130"/>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_white" type="titleOnly">
  <p:cSld name="TITLE_ONLY">
    <p:spTree>
      <p:nvGrpSpPr>
        <p:cNvPr id="640" name="Shape 640"/>
        <p:cNvGrpSpPr/>
        <p:nvPr/>
      </p:nvGrpSpPr>
      <p:grpSpPr>
        <a:xfrm>
          <a:off x="0" y="0"/>
          <a:ext cx="0" cy="0"/>
          <a:chOff x="0" y="0"/>
          <a:chExt cx="0" cy="0"/>
        </a:xfrm>
      </p:grpSpPr>
      <p:sp>
        <p:nvSpPr>
          <p:cNvPr id="641" name="Google Shape;641;p131"/>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pic>
        <p:nvPicPr>
          <p:cNvPr id="642" name="Google Shape;642;p131"/>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_white (no logo)">
  <p:cSld name="TITLE_ONLY_2">
    <p:spTree>
      <p:nvGrpSpPr>
        <p:cNvPr id="643" name="Shape 643"/>
        <p:cNvGrpSpPr/>
        <p:nvPr/>
      </p:nvGrpSpPr>
      <p:grpSpPr>
        <a:xfrm>
          <a:off x="0" y="0"/>
          <a:ext cx="0" cy="0"/>
          <a:chOff x="0" y="0"/>
          <a:chExt cx="0" cy="0"/>
        </a:xfrm>
      </p:grpSpPr>
      <p:sp>
        <p:nvSpPr>
          <p:cNvPr id="644" name="Google Shape;644;p132"/>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bg>
      <p:bgPr>
        <a:solidFill>
          <a:srgbClr val="292929"/>
        </a:solidFill>
      </p:bgPr>
    </p:bg>
    <p:spTree>
      <p:nvGrpSpPr>
        <p:cNvPr id="645" name="Shape 645"/>
        <p:cNvGrpSpPr/>
        <p:nvPr/>
      </p:nvGrpSpPr>
      <p:grpSpPr>
        <a:xfrm>
          <a:off x="0" y="0"/>
          <a:ext cx="0" cy="0"/>
          <a:chOff x="0" y="0"/>
          <a:chExt cx="0" cy="0"/>
        </a:xfrm>
      </p:grpSpPr>
      <p:sp>
        <p:nvSpPr>
          <p:cNvPr id="646" name="Google Shape;646;p133"/>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500"/>
              <a:buNone/>
              <a:defRPr>
                <a:solidFill>
                  <a:schemeClr val="lt1"/>
                </a:solidFill>
              </a:defRPr>
            </a:lvl1pPr>
            <a:lvl2pPr lvl="1" rtl="0">
              <a:spcBef>
                <a:spcPts val="0"/>
              </a:spcBef>
              <a:spcAft>
                <a:spcPts val="0"/>
              </a:spcAft>
              <a:buClr>
                <a:schemeClr val="lt1"/>
              </a:buClr>
              <a:buSzPts val="2500"/>
              <a:buNone/>
              <a:defRPr>
                <a:solidFill>
                  <a:schemeClr val="lt1"/>
                </a:solidFill>
              </a:defRPr>
            </a:lvl2pPr>
            <a:lvl3pPr lvl="2" rtl="0">
              <a:spcBef>
                <a:spcPts val="0"/>
              </a:spcBef>
              <a:spcAft>
                <a:spcPts val="0"/>
              </a:spcAft>
              <a:buClr>
                <a:schemeClr val="lt1"/>
              </a:buClr>
              <a:buSzPts val="2500"/>
              <a:buNone/>
              <a:defRPr>
                <a:solidFill>
                  <a:schemeClr val="lt1"/>
                </a:solidFill>
              </a:defRPr>
            </a:lvl3pPr>
            <a:lvl4pPr lvl="3" rtl="0">
              <a:spcBef>
                <a:spcPts val="0"/>
              </a:spcBef>
              <a:spcAft>
                <a:spcPts val="0"/>
              </a:spcAft>
              <a:buClr>
                <a:schemeClr val="lt1"/>
              </a:buClr>
              <a:buSzPts val="2500"/>
              <a:buNone/>
              <a:defRPr>
                <a:solidFill>
                  <a:schemeClr val="lt1"/>
                </a:solidFill>
              </a:defRPr>
            </a:lvl4pPr>
            <a:lvl5pPr lvl="4" rtl="0">
              <a:spcBef>
                <a:spcPts val="0"/>
              </a:spcBef>
              <a:spcAft>
                <a:spcPts val="0"/>
              </a:spcAft>
              <a:buClr>
                <a:schemeClr val="lt1"/>
              </a:buClr>
              <a:buSzPts val="2500"/>
              <a:buNone/>
              <a:defRPr>
                <a:solidFill>
                  <a:schemeClr val="lt1"/>
                </a:solidFill>
              </a:defRPr>
            </a:lvl5pPr>
            <a:lvl6pPr lvl="5" rtl="0">
              <a:spcBef>
                <a:spcPts val="0"/>
              </a:spcBef>
              <a:spcAft>
                <a:spcPts val="0"/>
              </a:spcAft>
              <a:buClr>
                <a:schemeClr val="lt1"/>
              </a:buClr>
              <a:buSzPts val="2500"/>
              <a:buNone/>
              <a:defRPr>
                <a:solidFill>
                  <a:schemeClr val="lt1"/>
                </a:solidFill>
              </a:defRPr>
            </a:lvl6pPr>
            <a:lvl7pPr lvl="6" rtl="0">
              <a:spcBef>
                <a:spcPts val="0"/>
              </a:spcBef>
              <a:spcAft>
                <a:spcPts val="0"/>
              </a:spcAft>
              <a:buClr>
                <a:schemeClr val="lt1"/>
              </a:buClr>
              <a:buSzPts val="2500"/>
              <a:buNone/>
              <a:defRPr>
                <a:solidFill>
                  <a:schemeClr val="lt1"/>
                </a:solidFill>
              </a:defRPr>
            </a:lvl7pPr>
            <a:lvl8pPr lvl="7" rtl="0">
              <a:spcBef>
                <a:spcPts val="0"/>
              </a:spcBef>
              <a:spcAft>
                <a:spcPts val="0"/>
              </a:spcAft>
              <a:buClr>
                <a:schemeClr val="lt1"/>
              </a:buClr>
              <a:buSzPts val="2500"/>
              <a:buNone/>
              <a:defRPr>
                <a:solidFill>
                  <a:schemeClr val="lt1"/>
                </a:solidFill>
              </a:defRPr>
            </a:lvl8pPr>
            <a:lvl9pPr lvl="8" rtl="0">
              <a:spcBef>
                <a:spcPts val="0"/>
              </a:spcBef>
              <a:spcAft>
                <a:spcPts val="0"/>
              </a:spcAft>
              <a:buClr>
                <a:schemeClr val="lt1"/>
              </a:buClr>
              <a:buSzPts val="2500"/>
              <a:buNone/>
              <a:defRPr>
                <a:solidFill>
                  <a:schemeClr val="lt1"/>
                </a:solidFill>
              </a:defRPr>
            </a:lvl9pPr>
          </a:lstStyle>
          <a:p/>
        </p:txBody>
      </p:sp>
      <p:pic>
        <p:nvPicPr>
          <p:cNvPr id="647" name="Google Shape;647;p133"/>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no logo)">
  <p:cSld name="TITLE_ONLY_1_2">
    <p:bg>
      <p:bgPr>
        <a:solidFill>
          <a:srgbClr val="292929"/>
        </a:solidFill>
      </p:bgPr>
    </p:bg>
    <p:spTree>
      <p:nvGrpSpPr>
        <p:cNvPr id="648" name="Shape 648"/>
        <p:cNvGrpSpPr/>
        <p:nvPr/>
      </p:nvGrpSpPr>
      <p:grpSpPr>
        <a:xfrm>
          <a:off x="0" y="0"/>
          <a:ext cx="0" cy="0"/>
          <a:chOff x="0" y="0"/>
          <a:chExt cx="0" cy="0"/>
        </a:xfrm>
      </p:grpSpPr>
      <p:sp>
        <p:nvSpPr>
          <p:cNvPr id="649" name="Google Shape;649;p134"/>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500"/>
              <a:buNone/>
              <a:defRPr>
                <a:solidFill>
                  <a:schemeClr val="lt1"/>
                </a:solidFill>
              </a:defRPr>
            </a:lvl1pPr>
            <a:lvl2pPr lvl="1" rtl="0">
              <a:spcBef>
                <a:spcPts val="0"/>
              </a:spcBef>
              <a:spcAft>
                <a:spcPts val="0"/>
              </a:spcAft>
              <a:buClr>
                <a:schemeClr val="lt1"/>
              </a:buClr>
              <a:buSzPts val="2500"/>
              <a:buNone/>
              <a:defRPr>
                <a:solidFill>
                  <a:schemeClr val="lt1"/>
                </a:solidFill>
              </a:defRPr>
            </a:lvl2pPr>
            <a:lvl3pPr lvl="2" rtl="0">
              <a:spcBef>
                <a:spcPts val="0"/>
              </a:spcBef>
              <a:spcAft>
                <a:spcPts val="0"/>
              </a:spcAft>
              <a:buClr>
                <a:schemeClr val="lt1"/>
              </a:buClr>
              <a:buSzPts val="2500"/>
              <a:buNone/>
              <a:defRPr>
                <a:solidFill>
                  <a:schemeClr val="lt1"/>
                </a:solidFill>
              </a:defRPr>
            </a:lvl3pPr>
            <a:lvl4pPr lvl="3" rtl="0">
              <a:spcBef>
                <a:spcPts val="0"/>
              </a:spcBef>
              <a:spcAft>
                <a:spcPts val="0"/>
              </a:spcAft>
              <a:buClr>
                <a:schemeClr val="lt1"/>
              </a:buClr>
              <a:buSzPts val="2500"/>
              <a:buNone/>
              <a:defRPr>
                <a:solidFill>
                  <a:schemeClr val="lt1"/>
                </a:solidFill>
              </a:defRPr>
            </a:lvl4pPr>
            <a:lvl5pPr lvl="4" rtl="0">
              <a:spcBef>
                <a:spcPts val="0"/>
              </a:spcBef>
              <a:spcAft>
                <a:spcPts val="0"/>
              </a:spcAft>
              <a:buClr>
                <a:schemeClr val="lt1"/>
              </a:buClr>
              <a:buSzPts val="2500"/>
              <a:buNone/>
              <a:defRPr>
                <a:solidFill>
                  <a:schemeClr val="lt1"/>
                </a:solidFill>
              </a:defRPr>
            </a:lvl5pPr>
            <a:lvl6pPr lvl="5" rtl="0">
              <a:spcBef>
                <a:spcPts val="0"/>
              </a:spcBef>
              <a:spcAft>
                <a:spcPts val="0"/>
              </a:spcAft>
              <a:buClr>
                <a:schemeClr val="lt1"/>
              </a:buClr>
              <a:buSzPts val="2500"/>
              <a:buNone/>
              <a:defRPr>
                <a:solidFill>
                  <a:schemeClr val="lt1"/>
                </a:solidFill>
              </a:defRPr>
            </a:lvl6pPr>
            <a:lvl7pPr lvl="6" rtl="0">
              <a:spcBef>
                <a:spcPts val="0"/>
              </a:spcBef>
              <a:spcAft>
                <a:spcPts val="0"/>
              </a:spcAft>
              <a:buClr>
                <a:schemeClr val="lt1"/>
              </a:buClr>
              <a:buSzPts val="2500"/>
              <a:buNone/>
              <a:defRPr>
                <a:solidFill>
                  <a:schemeClr val="lt1"/>
                </a:solidFill>
              </a:defRPr>
            </a:lvl7pPr>
            <a:lvl8pPr lvl="7" rtl="0">
              <a:spcBef>
                <a:spcPts val="0"/>
              </a:spcBef>
              <a:spcAft>
                <a:spcPts val="0"/>
              </a:spcAft>
              <a:buClr>
                <a:schemeClr val="lt1"/>
              </a:buClr>
              <a:buSzPts val="2500"/>
              <a:buNone/>
              <a:defRPr>
                <a:solidFill>
                  <a:schemeClr val="lt1"/>
                </a:solidFill>
              </a:defRPr>
            </a:lvl8pPr>
            <a:lvl9pPr lvl="8" rtl="0">
              <a:spcBef>
                <a:spcPts val="0"/>
              </a:spcBef>
              <a:spcAft>
                <a:spcPts val="0"/>
              </a:spcAft>
              <a:buClr>
                <a:schemeClr val="lt1"/>
              </a:buClr>
              <a:buSzPts val="2500"/>
              <a:buNone/>
              <a:defRPr>
                <a:solidFill>
                  <a:schemeClr val="lt1"/>
                </a:solidFill>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graphic">
  <p:cSld name="TITLE_ONLY_1_1">
    <p:bg>
      <p:bgPr>
        <a:solidFill>
          <a:schemeClr val="lt1"/>
        </a:solidFill>
      </p:bgPr>
    </p:bg>
    <p:spTree>
      <p:nvGrpSpPr>
        <p:cNvPr id="650" name="Shape 650"/>
        <p:cNvGrpSpPr/>
        <p:nvPr/>
      </p:nvGrpSpPr>
      <p:grpSpPr>
        <a:xfrm>
          <a:off x="0" y="0"/>
          <a:ext cx="0" cy="0"/>
          <a:chOff x="0" y="0"/>
          <a:chExt cx="0" cy="0"/>
        </a:xfrm>
      </p:grpSpPr>
      <p:sp>
        <p:nvSpPr>
          <p:cNvPr id="651" name="Google Shape;651;p135"/>
          <p:cNvSpPr/>
          <p:nvPr/>
        </p:nvSpPr>
        <p:spPr>
          <a:xfrm>
            <a:off x="0" y="-23865"/>
            <a:ext cx="9144000" cy="4099500"/>
          </a:xfrm>
          <a:prstGeom prst="rect">
            <a:avLst/>
          </a:prstGeom>
          <a:solidFill>
            <a:srgbClr val="2929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652" name="Google Shape;652;p135"/>
          <p:cNvPicPr preferRelativeResize="0"/>
          <p:nvPr/>
        </p:nvPicPr>
        <p:blipFill>
          <a:blip r:embed="rId2">
            <a:alphaModFix/>
          </a:blip>
          <a:stretch>
            <a:fillRect/>
          </a:stretch>
        </p:blipFill>
        <p:spPr>
          <a:xfrm flipH="1" rot="10800000">
            <a:off x="0" y="4099452"/>
            <a:ext cx="9144003" cy="991196"/>
          </a:xfrm>
          <a:prstGeom prst="rect">
            <a:avLst/>
          </a:prstGeom>
          <a:noFill/>
          <a:ln>
            <a:noFill/>
          </a:ln>
        </p:spPr>
      </p:pic>
      <p:sp>
        <p:nvSpPr>
          <p:cNvPr id="653" name="Google Shape;653;p135"/>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500"/>
              <a:buNone/>
              <a:defRPr>
                <a:solidFill>
                  <a:schemeClr val="lt1"/>
                </a:solidFill>
              </a:defRPr>
            </a:lvl1pPr>
            <a:lvl2pPr lvl="1" rtl="0">
              <a:spcBef>
                <a:spcPts val="0"/>
              </a:spcBef>
              <a:spcAft>
                <a:spcPts val="0"/>
              </a:spcAft>
              <a:buClr>
                <a:schemeClr val="lt1"/>
              </a:buClr>
              <a:buSzPts val="2500"/>
              <a:buNone/>
              <a:defRPr>
                <a:solidFill>
                  <a:schemeClr val="lt1"/>
                </a:solidFill>
              </a:defRPr>
            </a:lvl2pPr>
            <a:lvl3pPr lvl="2" rtl="0">
              <a:spcBef>
                <a:spcPts val="0"/>
              </a:spcBef>
              <a:spcAft>
                <a:spcPts val="0"/>
              </a:spcAft>
              <a:buClr>
                <a:schemeClr val="lt1"/>
              </a:buClr>
              <a:buSzPts val="2500"/>
              <a:buNone/>
              <a:defRPr>
                <a:solidFill>
                  <a:schemeClr val="lt1"/>
                </a:solidFill>
              </a:defRPr>
            </a:lvl3pPr>
            <a:lvl4pPr lvl="3" rtl="0">
              <a:spcBef>
                <a:spcPts val="0"/>
              </a:spcBef>
              <a:spcAft>
                <a:spcPts val="0"/>
              </a:spcAft>
              <a:buClr>
                <a:schemeClr val="lt1"/>
              </a:buClr>
              <a:buSzPts val="2500"/>
              <a:buNone/>
              <a:defRPr>
                <a:solidFill>
                  <a:schemeClr val="lt1"/>
                </a:solidFill>
              </a:defRPr>
            </a:lvl4pPr>
            <a:lvl5pPr lvl="4" rtl="0">
              <a:spcBef>
                <a:spcPts val="0"/>
              </a:spcBef>
              <a:spcAft>
                <a:spcPts val="0"/>
              </a:spcAft>
              <a:buClr>
                <a:schemeClr val="lt1"/>
              </a:buClr>
              <a:buSzPts val="2500"/>
              <a:buNone/>
              <a:defRPr>
                <a:solidFill>
                  <a:schemeClr val="lt1"/>
                </a:solidFill>
              </a:defRPr>
            </a:lvl5pPr>
            <a:lvl6pPr lvl="5" rtl="0">
              <a:spcBef>
                <a:spcPts val="0"/>
              </a:spcBef>
              <a:spcAft>
                <a:spcPts val="0"/>
              </a:spcAft>
              <a:buClr>
                <a:schemeClr val="lt1"/>
              </a:buClr>
              <a:buSzPts val="2500"/>
              <a:buNone/>
              <a:defRPr>
                <a:solidFill>
                  <a:schemeClr val="lt1"/>
                </a:solidFill>
              </a:defRPr>
            </a:lvl6pPr>
            <a:lvl7pPr lvl="6" rtl="0">
              <a:spcBef>
                <a:spcPts val="0"/>
              </a:spcBef>
              <a:spcAft>
                <a:spcPts val="0"/>
              </a:spcAft>
              <a:buClr>
                <a:schemeClr val="lt1"/>
              </a:buClr>
              <a:buSzPts val="2500"/>
              <a:buNone/>
              <a:defRPr>
                <a:solidFill>
                  <a:schemeClr val="lt1"/>
                </a:solidFill>
              </a:defRPr>
            </a:lvl7pPr>
            <a:lvl8pPr lvl="7" rtl="0">
              <a:spcBef>
                <a:spcPts val="0"/>
              </a:spcBef>
              <a:spcAft>
                <a:spcPts val="0"/>
              </a:spcAft>
              <a:buClr>
                <a:schemeClr val="lt1"/>
              </a:buClr>
              <a:buSzPts val="2500"/>
              <a:buNone/>
              <a:defRPr>
                <a:solidFill>
                  <a:schemeClr val="lt1"/>
                </a:solidFill>
              </a:defRPr>
            </a:lvl8pPr>
            <a:lvl9pPr lvl="8" rtl="0">
              <a:spcBef>
                <a:spcPts val="0"/>
              </a:spcBef>
              <a:spcAft>
                <a:spcPts val="0"/>
              </a:spcAft>
              <a:buClr>
                <a:schemeClr val="lt1"/>
              </a:buClr>
              <a:buSzPts val="2500"/>
              <a:buNone/>
              <a:defRPr>
                <a:solidFill>
                  <a:schemeClr val="lt1"/>
                </a:solidFill>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with title_light">
  <p:cSld name="ONE_COLUMN_TEXT_1">
    <p:spTree>
      <p:nvGrpSpPr>
        <p:cNvPr id="654" name="Shape 654"/>
        <p:cNvGrpSpPr/>
        <p:nvPr/>
      </p:nvGrpSpPr>
      <p:grpSpPr>
        <a:xfrm>
          <a:off x="0" y="0"/>
          <a:ext cx="0" cy="0"/>
          <a:chOff x="0" y="0"/>
          <a:chExt cx="0" cy="0"/>
        </a:xfrm>
      </p:grpSpPr>
      <p:sp>
        <p:nvSpPr>
          <p:cNvPr id="655" name="Google Shape;655;p136"/>
          <p:cNvSpPr txBox="1"/>
          <p:nvPr>
            <p:ph idx="1" type="body"/>
          </p:nvPr>
        </p:nvSpPr>
        <p:spPr>
          <a:xfrm>
            <a:off x="6419088" y="1216152"/>
            <a:ext cx="2469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56" name="Google Shape;656;p136"/>
          <p:cNvSpPr txBox="1"/>
          <p:nvPr>
            <p:ph idx="2" type="body"/>
          </p:nvPr>
        </p:nvSpPr>
        <p:spPr>
          <a:xfrm>
            <a:off x="311700" y="1216152"/>
            <a:ext cx="2469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57" name="Google Shape;657;p136"/>
          <p:cNvSpPr txBox="1"/>
          <p:nvPr>
            <p:ph idx="3" type="body"/>
          </p:nvPr>
        </p:nvSpPr>
        <p:spPr>
          <a:xfrm>
            <a:off x="3392424" y="1216152"/>
            <a:ext cx="2469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58" name="Google Shape;658;p136"/>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pic>
        <p:nvPicPr>
          <p:cNvPr id="659" name="Google Shape;659;p136"/>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 no title">
  <p:cSld name="ONE_COLUMN_TEXT_1_2">
    <p:spTree>
      <p:nvGrpSpPr>
        <p:cNvPr id="660" name="Shape 660"/>
        <p:cNvGrpSpPr/>
        <p:nvPr/>
      </p:nvGrpSpPr>
      <p:grpSpPr>
        <a:xfrm>
          <a:off x="0" y="0"/>
          <a:ext cx="0" cy="0"/>
          <a:chOff x="0" y="0"/>
          <a:chExt cx="0" cy="0"/>
        </a:xfrm>
      </p:grpSpPr>
      <p:sp>
        <p:nvSpPr>
          <p:cNvPr id="661" name="Google Shape;661;p137"/>
          <p:cNvSpPr txBox="1"/>
          <p:nvPr>
            <p:ph idx="1" type="body"/>
          </p:nvPr>
        </p:nvSpPr>
        <p:spPr>
          <a:xfrm>
            <a:off x="768096" y="457200"/>
            <a:ext cx="2469000" cy="16455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62" name="Google Shape;662;p137"/>
          <p:cNvSpPr txBox="1"/>
          <p:nvPr>
            <p:ph idx="2" type="body"/>
          </p:nvPr>
        </p:nvSpPr>
        <p:spPr>
          <a:xfrm>
            <a:off x="3474720" y="457200"/>
            <a:ext cx="2469000" cy="16455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63" name="Google Shape;663;p137"/>
          <p:cNvSpPr txBox="1"/>
          <p:nvPr>
            <p:ph idx="3" type="body"/>
          </p:nvPr>
        </p:nvSpPr>
        <p:spPr>
          <a:xfrm>
            <a:off x="6190488" y="457200"/>
            <a:ext cx="2469000" cy="16455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64" name="Google Shape;664;p137"/>
          <p:cNvSpPr txBox="1"/>
          <p:nvPr>
            <p:ph idx="4" type="body"/>
          </p:nvPr>
        </p:nvSpPr>
        <p:spPr>
          <a:xfrm>
            <a:off x="768096" y="2560213"/>
            <a:ext cx="2469000" cy="16455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65" name="Google Shape;665;p137"/>
          <p:cNvSpPr txBox="1"/>
          <p:nvPr>
            <p:ph idx="5" type="body"/>
          </p:nvPr>
        </p:nvSpPr>
        <p:spPr>
          <a:xfrm>
            <a:off x="3474720" y="2560213"/>
            <a:ext cx="2469000" cy="16455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66" name="Google Shape;666;p137"/>
          <p:cNvSpPr txBox="1"/>
          <p:nvPr>
            <p:ph idx="6" type="body"/>
          </p:nvPr>
        </p:nvSpPr>
        <p:spPr>
          <a:xfrm>
            <a:off x="6190488" y="2560213"/>
            <a:ext cx="2469000" cy="16455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pic>
        <p:nvPicPr>
          <p:cNvPr id="667" name="Google Shape;667;p137"/>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 with title_light">
  <p:cSld name="ONE_COLUMN_TEXT_1_1_1">
    <p:spTree>
      <p:nvGrpSpPr>
        <p:cNvPr id="668" name="Shape 668"/>
        <p:cNvGrpSpPr/>
        <p:nvPr/>
      </p:nvGrpSpPr>
      <p:grpSpPr>
        <a:xfrm>
          <a:off x="0" y="0"/>
          <a:ext cx="0" cy="0"/>
          <a:chOff x="0" y="0"/>
          <a:chExt cx="0" cy="0"/>
        </a:xfrm>
      </p:grpSpPr>
      <p:sp>
        <p:nvSpPr>
          <p:cNvPr id="669" name="Google Shape;669;p138"/>
          <p:cNvSpPr txBox="1"/>
          <p:nvPr>
            <p:ph idx="1" type="body"/>
          </p:nvPr>
        </p:nvSpPr>
        <p:spPr>
          <a:xfrm>
            <a:off x="6419094" y="1216152"/>
            <a:ext cx="2469000" cy="1578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70" name="Google Shape;670;p138"/>
          <p:cNvSpPr txBox="1"/>
          <p:nvPr>
            <p:ph idx="2" type="body"/>
          </p:nvPr>
        </p:nvSpPr>
        <p:spPr>
          <a:xfrm>
            <a:off x="6419094" y="2871216"/>
            <a:ext cx="2469000" cy="1578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71" name="Google Shape;671;p138"/>
          <p:cNvSpPr txBox="1"/>
          <p:nvPr>
            <p:ph idx="3" type="body"/>
          </p:nvPr>
        </p:nvSpPr>
        <p:spPr>
          <a:xfrm>
            <a:off x="365750" y="1216152"/>
            <a:ext cx="2469000" cy="1578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72" name="Google Shape;672;p138"/>
          <p:cNvSpPr txBox="1"/>
          <p:nvPr>
            <p:ph idx="4" type="body"/>
          </p:nvPr>
        </p:nvSpPr>
        <p:spPr>
          <a:xfrm>
            <a:off x="3392422" y="1216152"/>
            <a:ext cx="2469000" cy="1578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73" name="Google Shape;673;p138"/>
          <p:cNvSpPr txBox="1"/>
          <p:nvPr>
            <p:ph idx="5" type="body"/>
          </p:nvPr>
        </p:nvSpPr>
        <p:spPr>
          <a:xfrm>
            <a:off x="365750" y="2871216"/>
            <a:ext cx="2469000" cy="1578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74" name="Google Shape;674;p138"/>
          <p:cNvSpPr txBox="1"/>
          <p:nvPr>
            <p:ph idx="6" type="body"/>
          </p:nvPr>
        </p:nvSpPr>
        <p:spPr>
          <a:xfrm>
            <a:off x="3392422" y="2871216"/>
            <a:ext cx="2469000" cy="1578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75" name="Google Shape;675;p138"/>
          <p:cNvSpPr txBox="1"/>
          <p:nvPr>
            <p:ph type="title"/>
          </p:nvPr>
        </p:nvSpPr>
        <p:spPr>
          <a:xfrm>
            <a:off x="311700"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p:txBody>
      </p:sp>
      <p:pic>
        <p:nvPicPr>
          <p:cNvPr id="676" name="Google Shape;676;p138"/>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677" name="Shape 677"/>
        <p:cNvGrpSpPr/>
        <p:nvPr/>
      </p:nvGrpSpPr>
      <p:grpSpPr>
        <a:xfrm>
          <a:off x="0" y="0"/>
          <a:ext cx="0" cy="0"/>
          <a:chOff x="0" y="0"/>
          <a:chExt cx="0" cy="0"/>
        </a:xfrm>
      </p:grpSpPr>
      <p:pic>
        <p:nvPicPr>
          <p:cNvPr id="678" name="Google Shape;678;p139"/>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cxnSp>
        <p:nvCxnSpPr>
          <p:cNvPr id="679" name="Google Shape;679;p139"/>
          <p:cNvCxnSpPr/>
          <p:nvPr/>
        </p:nvCxnSpPr>
        <p:spPr>
          <a:xfrm>
            <a:off x="3220650" y="273325"/>
            <a:ext cx="0" cy="4146600"/>
          </a:xfrm>
          <a:prstGeom prst="straightConnector1">
            <a:avLst/>
          </a:prstGeom>
          <a:noFill/>
          <a:ln cap="flat" cmpd="sng" w="9525">
            <a:solidFill>
              <a:srgbClr val="E3E3E3"/>
            </a:solidFill>
            <a:prstDash val="solid"/>
            <a:round/>
            <a:headEnd len="med" w="med" type="none"/>
            <a:tailEnd len="med" w="med" type="none"/>
          </a:ln>
        </p:spPr>
      </p:cxnSp>
      <p:cxnSp>
        <p:nvCxnSpPr>
          <p:cNvPr id="680" name="Google Shape;680;p139"/>
          <p:cNvCxnSpPr/>
          <p:nvPr/>
        </p:nvCxnSpPr>
        <p:spPr>
          <a:xfrm rot="10800000">
            <a:off x="511500" y="1802802"/>
            <a:ext cx="8121000" cy="0"/>
          </a:xfrm>
          <a:prstGeom prst="straightConnector1">
            <a:avLst/>
          </a:prstGeom>
          <a:noFill/>
          <a:ln cap="flat" cmpd="sng" w="9525">
            <a:solidFill>
              <a:srgbClr val="E3E3E3"/>
            </a:solidFill>
            <a:prstDash val="solid"/>
            <a:round/>
            <a:headEnd len="med" w="med" type="none"/>
            <a:tailEnd len="med" w="med" type="none"/>
          </a:ln>
        </p:spPr>
      </p:cxnSp>
      <p:cxnSp>
        <p:nvCxnSpPr>
          <p:cNvPr id="681" name="Google Shape;681;p139"/>
          <p:cNvCxnSpPr/>
          <p:nvPr/>
        </p:nvCxnSpPr>
        <p:spPr>
          <a:xfrm>
            <a:off x="5929100" y="273325"/>
            <a:ext cx="0" cy="4146600"/>
          </a:xfrm>
          <a:prstGeom prst="straightConnector1">
            <a:avLst/>
          </a:prstGeom>
          <a:noFill/>
          <a:ln cap="flat" cmpd="sng" w="9525">
            <a:solidFill>
              <a:srgbClr val="E3E3E3"/>
            </a:solidFill>
            <a:prstDash val="solid"/>
            <a:round/>
            <a:headEnd len="med" w="med" type="none"/>
            <a:tailEnd len="med" w="med" type="none"/>
          </a:ln>
        </p:spPr>
      </p:cxnSp>
      <p:sp>
        <p:nvSpPr>
          <p:cNvPr id="682" name="Google Shape;682;p139"/>
          <p:cNvSpPr/>
          <p:nvPr>
            <p:ph idx="2" type="pic"/>
          </p:nvPr>
        </p:nvSpPr>
        <p:spPr>
          <a:xfrm>
            <a:off x="511500" y="146304"/>
            <a:ext cx="1279500" cy="1280100"/>
          </a:xfrm>
          <a:prstGeom prst="rect">
            <a:avLst/>
          </a:prstGeom>
          <a:noFill/>
          <a:ln>
            <a:noFill/>
          </a:ln>
        </p:spPr>
      </p:sp>
      <p:sp>
        <p:nvSpPr>
          <p:cNvPr id="683" name="Google Shape;683;p139"/>
          <p:cNvSpPr/>
          <p:nvPr>
            <p:ph idx="3" type="pic"/>
          </p:nvPr>
        </p:nvSpPr>
        <p:spPr>
          <a:xfrm>
            <a:off x="3383275" y="146304"/>
            <a:ext cx="1279500" cy="1280100"/>
          </a:xfrm>
          <a:prstGeom prst="rect">
            <a:avLst/>
          </a:prstGeom>
          <a:noFill/>
          <a:ln>
            <a:noFill/>
          </a:ln>
        </p:spPr>
      </p:sp>
      <p:sp>
        <p:nvSpPr>
          <p:cNvPr id="684" name="Google Shape;684;p139"/>
          <p:cNvSpPr/>
          <p:nvPr>
            <p:ph idx="4" type="pic"/>
          </p:nvPr>
        </p:nvSpPr>
        <p:spPr>
          <a:xfrm>
            <a:off x="6089900" y="146304"/>
            <a:ext cx="1279500" cy="1280100"/>
          </a:xfrm>
          <a:prstGeom prst="rect">
            <a:avLst/>
          </a:prstGeom>
          <a:noFill/>
          <a:ln>
            <a:noFill/>
          </a:ln>
        </p:spPr>
      </p:sp>
      <p:sp>
        <p:nvSpPr>
          <p:cNvPr id="685" name="Google Shape;685;p139"/>
          <p:cNvSpPr txBox="1"/>
          <p:nvPr>
            <p:ph idx="1" type="body"/>
          </p:nvPr>
        </p:nvSpPr>
        <p:spPr>
          <a:xfrm>
            <a:off x="511500" y="1856232"/>
            <a:ext cx="2424900" cy="22758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686" name="Google Shape;686;p139"/>
          <p:cNvSpPr txBox="1"/>
          <p:nvPr>
            <p:ph idx="5" type="body"/>
          </p:nvPr>
        </p:nvSpPr>
        <p:spPr>
          <a:xfrm>
            <a:off x="6089900" y="1856232"/>
            <a:ext cx="2424900" cy="22758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687" name="Google Shape;687;p139"/>
          <p:cNvSpPr txBox="1"/>
          <p:nvPr>
            <p:ph idx="6" type="body"/>
          </p:nvPr>
        </p:nvSpPr>
        <p:spPr>
          <a:xfrm>
            <a:off x="3383275" y="1856232"/>
            <a:ext cx="2424900" cy="22758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688" name="Google Shape;688;p139"/>
          <p:cNvSpPr txBox="1"/>
          <p:nvPr>
            <p:ph idx="7" type="subTitle"/>
          </p:nvPr>
        </p:nvSpPr>
        <p:spPr>
          <a:xfrm>
            <a:off x="511500" y="1426400"/>
            <a:ext cx="2424900" cy="376500"/>
          </a:xfrm>
          <a:prstGeom prst="rect">
            <a:avLst/>
          </a:prstGeom>
        </p:spPr>
        <p:txBody>
          <a:bodyPr anchorCtr="0" anchor="t" bIns="91425" lIns="0" spcFirstLastPara="1" rIns="91425" wrap="square" tIns="91425">
            <a:noAutofit/>
          </a:bodyPr>
          <a:lstStyle>
            <a:lvl1pPr lvl="0" rtl="0">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rtl="0">
              <a:spcBef>
                <a:spcPts val="0"/>
              </a:spcBef>
              <a:spcAft>
                <a:spcPts val="0"/>
              </a:spcAft>
              <a:buSzPts val="1400"/>
              <a:buFont typeface="DM Sans SemiBold"/>
              <a:buNone/>
              <a:defRPr sz="1400">
                <a:latin typeface="DM Sans SemiBold"/>
                <a:ea typeface="DM Sans SemiBold"/>
                <a:cs typeface="DM Sans SemiBold"/>
                <a:sym typeface="DM Sans SemiBold"/>
              </a:defRPr>
            </a:lvl2pPr>
            <a:lvl3pPr lvl="2" rtl="0">
              <a:spcBef>
                <a:spcPts val="0"/>
              </a:spcBef>
              <a:spcAft>
                <a:spcPts val="0"/>
              </a:spcAft>
              <a:buSzPts val="1400"/>
              <a:buFont typeface="DM Sans SemiBold"/>
              <a:buNone/>
              <a:defRPr sz="1400">
                <a:latin typeface="DM Sans SemiBold"/>
                <a:ea typeface="DM Sans SemiBold"/>
                <a:cs typeface="DM Sans SemiBold"/>
                <a:sym typeface="DM Sans SemiBold"/>
              </a:defRPr>
            </a:lvl3pPr>
            <a:lvl4pPr lvl="3" rtl="0">
              <a:spcBef>
                <a:spcPts val="0"/>
              </a:spcBef>
              <a:spcAft>
                <a:spcPts val="0"/>
              </a:spcAft>
              <a:buSzPts val="1400"/>
              <a:buFont typeface="DM Sans SemiBold"/>
              <a:buNone/>
              <a:defRPr sz="1400">
                <a:latin typeface="DM Sans SemiBold"/>
                <a:ea typeface="DM Sans SemiBold"/>
                <a:cs typeface="DM Sans SemiBold"/>
                <a:sym typeface="DM Sans SemiBold"/>
              </a:defRPr>
            </a:lvl4pPr>
            <a:lvl5pPr lvl="4" rtl="0">
              <a:spcBef>
                <a:spcPts val="0"/>
              </a:spcBef>
              <a:spcAft>
                <a:spcPts val="0"/>
              </a:spcAft>
              <a:buSzPts val="1400"/>
              <a:buFont typeface="DM Sans SemiBold"/>
              <a:buNone/>
              <a:defRPr sz="1400">
                <a:latin typeface="DM Sans SemiBold"/>
                <a:ea typeface="DM Sans SemiBold"/>
                <a:cs typeface="DM Sans SemiBold"/>
                <a:sym typeface="DM Sans SemiBold"/>
              </a:defRPr>
            </a:lvl5pPr>
            <a:lvl6pPr lvl="5" rtl="0">
              <a:spcBef>
                <a:spcPts val="0"/>
              </a:spcBef>
              <a:spcAft>
                <a:spcPts val="0"/>
              </a:spcAft>
              <a:buSzPts val="1400"/>
              <a:buFont typeface="DM Sans SemiBold"/>
              <a:buNone/>
              <a:defRPr sz="1400">
                <a:latin typeface="DM Sans SemiBold"/>
                <a:ea typeface="DM Sans SemiBold"/>
                <a:cs typeface="DM Sans SemiBold"/>
                <a:sym typeface="DM Sans SemiBold"/>
              </a:defRPr>
            </a:lvl6pPr>
            <a:lvl7pPr lvl="6" rtl="0">
              <a:spcBef>
                <a:spcPts val="0"/>
              </a:spcBef>
              <a:spcAft>
                <a:spcPts val="0"/>
              </a:spcAft>
              <a:buSzPts val="1400"/>
              <a:buFont typeface="DM Sans SemiBold"/>
              <a:buNone/>
              <a:defRPr sz="1400">
                <a:latin typeface="DM Sans SemiBold"/>
                <a:ea typeface="DM Sans SemiBold"/>
                <a:cs typeface="DM Sans SemiBold"/>
                <a:sym typeface="DM Sans SemiBold"/>
              </a:defRPr>
            </a:lvl7pPr>
            <a:lvl8pPr lvl="7" rtl="0">
              <a:spcBef>
                <a:spcPts val="0"/>
              </a:spcBef>
              <a:spcAft>
                <a:spcPts val="0"/>
              </a:spcAft>
              <a:buSzPts val="1400"/>
              <a:buFont typeface="DM Sans SemiBold"/>
              <a:buNone/>
              <a:defRPr sz="1400">
                <a:latin typeface="DM Sans SemiBold"/>
                <a:ea typeface="DM Sans SemiBold"/>
                <a:cs typeface="DM Sans SemiBold"/>
                <a:sym typeface="DM Sans SemiBold"/>
              </a:defRPr>
            </a:lvl8pPr>
            <a:lvl9pPr lvl="8" rtl="0">
              <a:spcBef>
                <a:spcPts val="0"/>
              </a:spcBef>
              <a:spcAft>
                <a:spcPts val="0"/>
              </a:spcAft>
              <a:buSzPts val="1400"/>
              <a:buFont typeface="DM Sans SemiBold"/>
              <a:buNone/>
              <a:defRPr sz="1400">
                <a:latin typeface="DM Sans SemiBold"/>
                <a:ea typeface="DM Sans SemiBold"/>
                <a:cs typeface="DM Sans SemiBold"/>
                <a:sym typeface="DM Sans SemiBold"/>
              </a:defRPr>
            </a:lvl9pPr>
          </a:lstStyle>
          <a:p/>
        </p:txBody>
      </p:sp>
      <p:sp>
        <p:nvSpPr>
          <p:cNvPr id="689" name="Google Shape;689;p139"/>
          <p:cNvSpPr txBox="1"/>
          <p:nvPr>
            <p:ph idx="8" type="subTitle"/>
          </p:nvPr>
        </p:nvSpPr>
        <p:spPr>
          <a:xfrm>
            <a:off x="3383275" y="1426400"/>
            <a:ext cx="2424900" cy="376500"/>
          </a:xfrm>
          <a:prstGeom prst="rect">
            <a:avLst/>
          </a:prstGeom>
        </p:spPr>
        <p:txBody>
          <a:bodyPr anchorCtr="0" anchor="t" bIns="91425" lIns="0" spcFirstLastPara="1" rIns="91425" wrap="square" tIns="91425">
            <a:noAutofit/>
          </a:bodyPr>
          <a:lstStyle>
            <a:lvl1pPr lvl="0" rtl="0">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rtl="0">
              <a:spcBef>
                <a:spcPts val="0"/>
              </a:spcBef>
              <a:spcAft>
                <a:spcPts val="0"/>
              </a:spcAft>
              <a:buSzPts val="1400"/>
              <a:buFont typeface="DM Sans SemiBold"/>
              <a:buNone/>
              <a:defRPr sz="1400">
                <a:latin typeface="DM Sans SemiBold"/>
                <a:ea typeface="DM Sans SemiBold"/>
                <a:cs typeface="DM Sans SemiBold"/>
                <a:sym typeface="DM Sans SemiBold"/>
              </a:defRPr>
            </a:lvl2pPr>
            <a:lvl3pPr lvl="2" rtl="0">
              <a:spcBef>
                <a:spcPts val="0"/>
              </a:spcBef>
              <a:spcAft>
                <a:spcPts val="0"/>
              </a:spcAft>
              <a:buSzPts val="1400"/>
              <a:buFont typeface="DM Sans SemiBold"/>
              <a:buNone/>
              <a:defRPr sz="1400">
                <a:latin typeface="DM Sans SemiBold"/>
                <a:ea typeface="DM Sans SemiBold"/>
                <a:cs typeface="DM Sans SemiBold"/>
                <a:sym typeface="DM Sans SemiBold"/>
              </a:defRPr>
            </a:lvl3pPr>
            <a:lvl4pPr lvl="3" rtl="0">
              <a:spcBef>
                <a:spcPts val="0"/>
              </a:spcBef>
              <a:spcAft>
                <a:spcPts val="0"/>
              </a:spcAft>
              <a:buSzPts val="1400"/>
              <a:buFont typeface="DM Sans SemiBold"/>
              <a:buNone/>
              <a:defRPr sz="1400">
                <a:latin typeface="DM Sans SemiBold"/>
                <a:ea typeface="DM Sans SemiBold"/>
                <a:cs typeface="DM Sans SemiBold"/>
                <a:sym typeface="DM Sans SemiBold"/>
              </a:defRPr>
            </a:lvl4pPr>
            <a:lvl5pPr lvl="4" rtl="0">
              <a:spcBef>
                <a:spcPts val="0"/>
              </a:spcBef>
              <a:spcAft>
                <a:spcPts val="0"/>
              </a:spcAft>
              <a:buSzPts val="1400"/>
              <a:buFont typeface="DM Sans SemiBold"/>
              <a:buNone/>
              <a:defRPr sz="1400">
                <a:latin typeface="DM Sans SemiBold"/>
                <a:ea typeface="DM Sans SemiBold"/>
                <a:cs typeface="DM Sans SemiBold"/>
                <a:sym typeface="DM Sans SemiBold"/>
              </a:defRPr>
            </a:lvl5pPr>
            <a:lvl6pPr lvl="5" rtl="0">
              <a:spcBef>
                <a:spcPts val="0"/>
              </a:spcBef>
              <a:spcAft>
                <a:spcPts val="0"/>
              </a:spcAft>
              <a:buSzPts val="1400"/>
              <a:buFont typeface="DM Sans SemiBold"/>
              <a:buNone/>
              <a:defRPr sz="1400">
                <a:latin typeface="DM Sans SemiBold"/>
                <a:ea typeface="DM Sans SemiBold"/>
                <a:cs typeface="DM Sans SemiBold"/>
                <a:sym typeface="DM Sans SemiBold"/>
              </a:defRPr>
            </a:lvl6pPr>
            <a:lvl7pPr lvl="6" rtl="0">
              <a:spcBef>
                <a:spcPts val="0"/>
              </a:spcBef>
              <a:spcAft>
                <a:spcPts val="0"/>
              </a:spcAft>
              <a:buSzPts val="1400"/>
              <a:buFont typeface="DM Sans SemiBold"/>
              <a:buNone/>
              <a:defRPr sz="1400">
                <a:latin typeface="DM Sans SemiBold"/>
                <a:ea typeface="DM Sans SemiBold"/>
                <a:cs typeface="DM Sans SemiBold"/>
                <a:sym typeface="DM Sans SemiBold"/>
              </a:defRPr>
            </a:lvl7pPr>
            <a:lvl8pPr lvl="7" rtl="0">
              <a:spcBef>
                <a:spcPts val="0"/>
              </a:spcBef>
              <a:spcAft>
                <a:spcPts val="0"/>
              </a:spcAft>
              <a:buSzPts val="1400"/>
              <a:buFont typeface="DM Sans SemiBold"/>
              <a:buNone/>
              <a:defRPr sz="1400">
                <a:latin typeface="DM Sans SemiBold"/>
                <a:ea typeface="DM Sans SemiBold"/>
                <a:cs typeface="DM Sans SemiBold"/>
                <a:sym typeface="DM Sans SemiBold"/>
              </a:defRPr>
            </a:lvl8pPr>
            <a:lvl9pPr lvl="8" rtl="0">
              <a:spcBef>
                <a:spcPts val="0"/>
              </a:spcBef>
              <a:spcAft>
                <a:spcPts val="0"/>
              </a:spcAft>
              <a:buSzPts val="1400"/>
              <a:buFont typeface="DM Sans SemiBold"/>
              <a:buNone/>
              <a:defRPr sz="1400">
                <a:latin typeface="DM Sans SemiBold"/>
                <a:ea typeface="DM Sans SemiBold"/>
                <a:cs typeface="DM Sans SemiBold"/>
                <a:sym typeface="DM Sans SemiBold"/>
              </a:defRPr>
            </a:lvl9pPr>
          </a:lstStyle>
          <a:p/>
        </p:txBody>
      </p:sp>
      <p:sp>
        <p:nvSpPr>
          <p:cNvPr id="690" name="Google Shape;690;p139"/>
          <p:cNvSpPr txBox="1"/>
          <p:nvPr>
            <p:ph idx="9" type="subTitle"/>
          </p:nvPr>
        </p:nvSpPr>
        <p:spPr>
          <a:xfrm>
            <a:off x="6089900" y="1426400"/>
            <a:ext cx="2424900" cy="376500"/>
          </a:xfrm>
          <a:prstGeom prst="rect">
            <a:avLst/>
          </a:prstGeom>
        </p:spPr>
        <p:txBody>
          <a:bodyPr anchorCtr="0" anchor="t" bIns="91425" lIns="0" spcFirstLastPara="1" rIns="91425" wrap="square" tIns="91425">
            <a:noAutofit/>
          </a:bodyPr>
          <a:lstStyle>
            <a:lvl1pPr lvl="0" rtl="0">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rtl="0">
              <a:spcBef>
                <a:spcPts val="0"/>
              </a:spcBef>
              <a:spcAft>
                <a:spcPts val="0"/>
              </a:spcAft>
              <a:buSzPts val="1400"/>
              <a:buFont typeface="DM Sans SemiBold"/>
              <a:buNone/>
              <a:defRPr sz="1400">
                <a:latin typeface="DM Sans SemiBold"/>
                <a:ea typeface="DM Sans SemiBold"/>
                <a:cs typeface="DM Sans SemiBold"/>
                <a:sym typeface="DM Sans SemiBold"/>
              </a:defRPr>
            </a:lvl2pPr>
            <a:lvl3pPr lvl="2" rtl="0">
              <a:spcBef>
                <a:spcPts val="0"/>
              </a:spcBef>
              <a:spcAft>
                <a:spcPts val="0"/>
              </a:spcAft>
              <a:buSzPts val="1400"/>
              <a:buFont typeface="DM Sans SemiBold"/>
              <a:buNone/>
              <a:defRPr sz="1400">
                <a:latin typeface="DM Sans SemiBold"/>
                <a:ea typeface="DM Sans SemiBold"/>
                <a:cs typeface="DM Sans SemiBold"/>
                <a:sym typeface="DM Sans SemiBold"/>
              </a:defRPr>
            </a:lvl3pPr>
            <a:lvl4pPr lvl="3" rtl="0">
              <a:spcBef>
                <a:spcPts val="0"/>
              </a:spcBef>
              <a:spcAft>
                <a:spcPts val="0"/>
              </a:spcAft>
              <a:buSzPts val="1400"/>
              <a:buFont typeface="DM Sans SemiBold"/>
              <a:buNone/>
              <a:defRPr sz="1400">
                <a:latin typeface="DM Sans SemiBold"/>
                <a:ea typeface="DM Sans SemiBold"/>
                <a:cs typeface="DM Sans SemiBold"/>
                <a:sym typeface="DM Sans SemiBold"/>
              </a:defRPr>
            </a:lvl4pPr>
            <a:lvl5pPr lvl="4" rtl="0">
              <a:spcBef>
                <a:spcPts val="0"/>
              </a:spcBef>
              <a:spcAft>
                <a:spcPts val="0"/>
              </a:spcAft>
              <a:buSzPts val="1400"/>
              <a:buFont typeface="DM Sans SemiBold"/>
              <a:buNone/>
              <a:defRPr sz="1400">
                <a:latin typeface="DM Sans SemiBold"/>
                <a:ea typeface="DM Sans SemiBold"/>
                <a:cs typeface="DM Sans SemiBold"/>
                <a:sym typeface="DM Sans SemiBold"/>
              </a:defRPr>
            </a:lvl5pPr>
            <a:lvl6pPr lvl="5" rtl="0">
              <a:spcBef>
                <a:spcPts val="0"/>
              </a:spcBef>
              <a:spcAft>
                <a:spcPts val="0"/>
              </a:spcAft>
              <a:buSzPts val="1400"/>
              <a:buFont typeface="DM Sans SemiBold"/>
              <a:buNone/>
              <a:defRPr sz="1400">
                <a:latin typeface="DM Sans SemiBold"/>
                <a:ea typeface="DM Sans SemiBold"/>
                <a:cs typeface="DM Sans SemiBold"/>
                <a:sym typeface="DM Sans SemiBold"/>
              </a:defRPr>
            </a:lvl6pPr>
            <a:lvl7pPr lvl="6" rtl="0">
              <a:spcBef>
                <a:spcPts val="0"/>
              </a:spcBef>
              <a:spcAft>
                <a:spcPts val="0"/>
              </a:spcAft>
              <a:buSzPts val="1400"/>
              <a:buFont typeface="DM Sans SemiBold"/>
              <a:buNone/>
              <a:defRPr sz="1400">
                <a:latin typeface="DM Sans SemiBold"/>
                <a:ea typeface="DM Sans SemiBold"/>
                <a:cs typeface="DM Sans SemiBold"/>
                <a:sym typeface="DM Sans SemiBold"/>
              </a:defRPr>
            </a:lvl7pPr>
            <a:lvl8pPr lvl="7" rtl="0">
              <a:spcBef>
                <a:spcPts val="0"/>
              </a:spcBef>
              <a:spcAft>
                <a:spcPts val="0"/>
              </a:spcAft>
              <a:buSzPts val="1400"/>
              <a:buFont typeface="DM Sans SemiBold"/>
              <a:buNone/>
              <a:defRPr sz="1400">
                <a:latin typeface="DM Sans SemiBold"/>
                <a:ea typeface="DM Sans SemiBold"/>
                <a:cs typeface="DM Sans SemiBold"/>
                <a:sym typeface="DM Sans SemiBold"/>
              </a:defRPr>
            </a:lvl8pPr>
            <a:lvl9pPr lvl="8" rtl="0">
              <a:spcBef>
                <a:spcPts val="0"/>
              </a:spcBef>
              <a:spcAft>
                <a:spcPts val="0"/>
              </a:spcAft>
              <a:buSzPts val="1400"/>
              <a:buFont typeface="DM Sans SemiBold"/>
              <a:buNone/>
              <a:defRPr sz="1400">
                <a:latin typeface="DM Sans SemiBold"/>
                <a:ea typeface="DM Sans SemiBold"/>
                <a:cs typeface="DM Sans SemiBold"/>
                <a:sym typeface="DM Sans SemiBold"/>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dark">
  <p:cSld name="SECTION_TITLE_AND_DESCRIPTION_1_1">
    <p:bg>
      <p:bgPr>
        <a:solidFill>
          <a:srgbClr val="292929"/>
        </a:solidFill>
      </p:bgPr>
    </p:bg>
    <p:spTree>
      <p:nvGrpSpPr>
        <p:cNvPr id="691" name="Shape 691"/>
        <p:cNvGrpSpPr/>
        <p:nvPr/>
      </p:nvGrpSpPr>
      <p:grpSpPr>
        <a:xfrm>
          <a:off x="0" y="0"/>
          <a:ext cx="0" cy="0"/>
          <a:chOff x="0" y="0"/>
          <a:chExt cx="0" cy="0"/>
        </a:xfrm>
      </p:grpSpPr>
      <p:pic>
        <p:nvPicPr>
          <p:cNvPr id="692" name="Google Shape;692;p140"/>
          <p:cNvPicPr preferRelativeResize="0"/>
          <p:nvPr/>
        </p:nvPicPr>
        <p:blipFill>
          <a:blip r:embed="rId2">
            <a:alphaModFix/>
          </a:blip>
          <a:stretch>
            <a:fillRect/>
          </a:stretch>
        </p:blipFill>
        <p:spPr>
          <a:xfrm>
            <a:off x="5617450" y="-806942"/>
            <a:ext cx="3597900" cy="3597900"/>
          </a:xfrm>
          <a:prstGeom prst="rect">
            <a:avLst/>
          </a:prstGeom>
          <a:noFill/>
          <a:ln>
            <a:noFill/>
          </a:ln>
        </p:spPr>
      </p:pic>
      <p:sp>
        <p:nvSpPr>
          <p:cNvPr id="693" name="Google Shape;693;p140"/>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94" name="Google Shape;694;p140"/>
          <p:cNvSpPr/>
          <p:nvPr/>
        </p:nvSpPr>
        <p:spPr>
          <a:xfrm rot="5400000">
            <a:off x="-776100" y="2475450"/>
            <a:ext cx="3310200" cy="189300"/>
          </a:xfrm>
          <a:prstGeom prst="rect">
            <a:avLst/>
          </a:prstGeom>
          <a:solidFill>
            <a:srgbClr val="4CEC8C"/>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695" name="Google Shape;695;p140"/>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96" name="Google Shape;696;p140"/>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697" name="Google Shape;697;p140"/>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light">
  <p:cSld name="SECTION_TITLE_AND_DESCRIPTION_1_1_3">
    <p:bg>
      <p:bgPr>
        <a:solidFill>
          <a:srgbClr val="F0F0F0"/>
        </a:solidFill>
      </p:bgPr>
    </p:bg>
    <p:spTree>
      <p:nvGrpSpPr>
        <p:cNvPr id="698" name="Shape 698"/>
        <p:cNvGrpSpPr/>
        <p:nvPr/>
      </p:nvGrpSpPr>
      <p:grpSpPr>
        <a:xfrm>
          <a:off x="0" y="0"/>
          <a:ext cx="0" cy="0"/>
          <a:chOff x="0" y="0"/>
          <a:chExt cx="0" cy="0"/>
        </a:xfrm>
      </p:grpSpPr>
      <p:pic>
        <p:nvPicPr>
          <p:cNvPr id="699" name="Google Shape;699;p141"/>
          <p:cNvPicPr preferRelativeResize="0"/>
          <p:nvPr/>
        </p:nvPicPr>
        <p:blipFill>
          <a:blip r:embed="rId2">
            <a:alphaModFix/>
          </a:blip>
          <a:stretch>
            <a:fillRect/>
          </a:stretch>
        </p:blipFill>
        <p:spPr>
          <a:xfrm>
            <a:off x="5617450" y="-806942"/>
            <a:ext cx="3597900" cy="3597900"/>
          </a:xfrm>
          <a:prstGeom prst="rect">
            <a:avLst/>
          </a:prstGeom>
          <a:noFill/>
          <a:ln>
            <a:noFill/>
          </a:ln>
        </p:spPr>
      </p:pic>
      <p:sp>
        <p:nvSpPr>
          <p:cNvPr id="700" name="Google Shape;700;p141"/>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01" name="Google Shape;701;p141"/>
          <p:cNvSpPr/>
          <p:nvPr/>
        </p:nvSpPr>
        <p:spPr>
          <a:xfrm rot="5400000">
            <a:off x="-776100" y="2475450"/>
            <a:ext cx="3310200" cy="189300"/>
          </a:xfrm>
          <a:prstGeom prst="rect">
            <a:avLst/>
          </a:prstGeom>
          <a:solidFill>
            <a:srgbClr val="4CEC8C"/>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702" name="Google Shape;702;p141"/>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03" name="Google Shape;703;p141"/>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704" name="Google Shape;704;p141"/>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dark">
  <p:cSld name="SECTION_TITLE_AND_DESCRIPTION_1_1_4">
    <p:bg>
      <p:bgPr>
        <a:solidFill>
          <a:srgbClr val="292929"/>
        </a:solidFill>
      </p:bgPr>
    </p:bg>
    <p:spTree>
      <p:nvGrpSpPr>
        <p:cNvPr id="705" name="Shape 705"/>
        <p:cNvGrpSpPr/>
        <p:nvPr/>
      </p:nvGrpSpPr>
      <p:grpSpPr>
        <a:xfrm>
          <a:off x="0" y="0"/>
          <a:ext cx="0" cy="0"/>
          <a:chOff x="0" y="0"/>
          <a:chExt cx="0" cy="0"/>
        </a:xfrm>
      </p:grpSpPr>
      <p:pic>
        <p:nvPicPr>
          <p:cNvPr id="706" name="Google Shape;706;p142"/>
          <p:cNvPicPr preferRelativeResize="0"/>
          <p:nvPr/>
        </p:nvPicPr>
        <p:blipFill>
          <a:blip r:embed="rId2">
            <a:alphaModFix/>
          </a:blip>
          <a:stretch>
            <a:fillRect/>
          </a:stretch>
        </p:blipFill>
        <p:spPr>
          <a:xfrm>
            <a:off x="-45325" y="-806942"/>
            <a:ext cx="3597900" cy="3597900"/>
          </a:xfrm>
          <a:prstGeom prst="rect">
            <a:avLst/>
          </a:prstGeom>
          <a:noFill/>
          <a:ln>
            <a:noFill/>
          </a:ln>
        </p:spPr>
      </p:pic>
      <p:sp>
        <p:nvSpPr>
          <p:cNvPr id="707" name="Google Shape;707;p142"/>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08" name="Google Shape;708;p142"/>
          <p:cNvSpPr/>
          <p:nvPr/>
        </p:nvSpPr>
        <p:spPr>
          <a:xfrm rot="5400000">
            <a:off x="6609900" y="2475450"/>
            <a:ext cx="3310200" cy="189300"/>
          </a:xfrm>
          <a:prstGeom prst="rect">
            <a:avLst/>
          </a:prstGeom>
          <a:solidFill>
            <a:srgbClr val="4CEC8C"/>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709" name="Google Shape;709;p142"/>
          <p:cNvSpPr txBox="1"/>
          <p:nvPr>
            <p:ph type="title"/>
          </p:nvPr>
        </p:nvSpPr>
        <p:spPr>
          <a:xfrm>
            <a:off x="4581175"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10" name="Google Shape;710;p142"/>
          <p:cNvSpPr txBox="1"/>
          <p:nvPr>
            <p:ph idx="1" type="subTitle"/>
          </p:nvPr>
        </p:nvSpPr>
        <p:spPr>
          <a:xfrm>
            <a:off x="4581175"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711" name="Google Shape;711;p142"/>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light">
  <p:cSld name="SECTION_TITLE_AND_DESCRIPTION_1_1_3_1">
    <p:bg>
      <p:bgPr>
        <a:solidFill>
          <a:srgbClr val="F0F0F0"/>
        </a:solidFill>
      </p:bgPr>
    </p:bg>
    <p:spTree>
      <p:nvGrpSpPr>
        <p:cNvPr id="712" name="Shape 712"/>
        <p:cNvGrpSpPr/>
        <p:nvPr/>
      </p:nvGrpSpPr>
      <p:grpSpPr>
        <a:xfrm>
          <a:off x="0" y="0"/>
          <a:ext cx="0" cy="0"/>
          <a:chOff x="0" y="0"/>
          <a:chExt cx="0" cy="0"/>
        </a:xfrm>
      </p:grpSpPr>
      <p:pic>
        <p:nvPicPr>
          <p:cNvPr id="713" name="Google Shape;713;p143"/>
          <p:cNvPicPr preferRelativeResize="0"/>
          <p:nvPr/>
        </p:nvPicPr>
        <p:blipFill>
          <a:blip r:embed="rId2">
            <a:alphaModFix/>
          </a:blip>
          <a:stretch>
            <a:fillRect/>
          </a:stretch>
        </p:blipFill>
        <p:spPr>
          <a:xfrm>
            <a:off x="-45325" y="-806942"/>
            <a:ext cx="3597900" cy="3597900"/>
          </a:xfrm>
          <a:prstGeom prst="rect">
            <a:avLst/>
          </a:prstGeom>
          <a:noFill/>
          <a:ln>
            <a:noFill/>
          </a:ln>
        </p:spPr>
      </p:pic>
      <p:sp>
        <p:nvSpPr>
          <p:cNvPr id="714" name="Google Shape;714;p143"/>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15" name="Google Shape;715;p143"/>
          <p:cNvSpPr/>
          <p:nvPr/>
        </p:nvSpPr>
        <p:spPr>
          <a:xfrm rot="5400000">
            <a:off x="6609900" y="2475450"/>
            <a:ext cx="3310200" cy="189300"/>
          </a:xfrm>
          <a:prstGeom prst="rect">
            <a:avLst/>
          </a:prstGeom>
          <a:solidFill>
            <a:srgbClr val="4CEC8C"/>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716" name="Google Shape;716;p143"/>
          <p:cNvSpPr txBox="1"/>
          <p:nvPr>
            <p:ph type="title"/>
          </p:nvPr>
        </p:nvSpPr>
        <p:spPr>
          <a:xfrm>
            <a:off x="4571900"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17" name="Google Shape;717;p143"/>
          <p:cNvSpPr txBox="1"/>
          <p:nvPr>
            <p:ph idx="1" type="subTitle"/>
          </p:nvPr>
        </p:nvSpPr>
        <p:spPr>
          <a:xfrm>
            <a:off x="4571900"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718" name="Google Shape;718;p143"/>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dark 1">
  <p:cSld name="SECTION_TITLE_AND_DESCRIPTION_1_1_5">
    <p:bg>
      <p:bgPr>
        <a:solidFill>
          <a:srgbClr val="292929"/>
        </a:solidFill>
      </p:bgPr>
    </p:bg>
    <p:spTree>
      <p:nvGrpSpPr>
        <p:cNvPr id="719" name="Shape 719"/>
        <p:cNvGrpSpPr/>
        <p:nvPr/>
      </p:nvGrpSpPr>
      <p:grpSpPr>
        <a:xfrm>
          <a:off x="0" y="0"/>
          <a:ext cx="0" cy="0"/>
          <a:chOff x="0" y="0"/>
          <a:chExt cx="0" cy="0"/>
        </a:xfrm>
      </p:grpSpPr>
      <p:pic>
        <p:nvPicPr>
          <p:cNvPr id="720" name="Google Shape;720;p144"/>
          <p:cNvPicPr preferRelativeResize="0"/>
          <p:nvPr/>
        </p:nvPicPr>
        <p:blipFill rotWithShape="1">
          <a:blip r:embed="rId2">
            <a:alphaModFix/>
          </a:blip>
          <a:srcRect b="0" l="100" r="100" t="0"/>
          <a:stretch/>
        </p:blipFill>
        <p:spPr>
          <a:xfrm flipH="1" rot="10800000">
            <a:off x="5922250" y="-126942"/>
            <a:ext cx="3597901" cy="3597900"/>
          </a:xfrm>
          <a:prstGeom prst="rect">
            <a:avLst/>
          </a:prstGeom>
          <a:noFill/>
          <a:ln>
            <a:noFill/>
          </a:ln>
        </p:spPr>
      </p:pic>
      <p:sp>
        <p:nvSpPr>
          <p:cNvPr id="721" name="Google Shape;721;p144"/>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22" name="Google Shape;722;p144"/>
          <p:cNvSpPr/>
          <p:nvPr/>
        </p:nvSpPr>
        <p:spPr>
          <a:xfrm rot="5400000">
            <a:off x="-776100" y="2475450"/>
            <a:ext cx="3310200" cy="189300"/>
          </a:xfrm>
          <a:prstGeom prst="rect">
            <a:avLst/>
          </a:prstGeom>
          <a:solidFill>
            <a:srgbClr val="FFCEE6"/>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723" name="Google Shape;723;p144"/>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24" name="Google Shape;724;p144"/>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725" name="Google Shape;725;p144"/>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light 1">
  <p:cSld name="SECTION_TITLE_AND_DESCRIPTION_1_1_3_2">
    <p:bg>
      <p:bgPr>
        <a:solidFill>
          <a:srgbClr val="F0F0F0"/>
        </a:solidFill>
      </p:bgPr>
    </p:bg>
    <p:spTree>
      <p:nvGrpSpPr>
        <p:cNvPr id="726" name="Shape 726"/>
        <p:cNvGrpSpPr/>
        <p:nvPr/>
      </p:nvGrpSpPr>
      <p:grpSpPr>
        <a:xfrm>
          <a:off x="0" y="0"/>
          <a:ext cx="0" cy="0"/>
          <a:chOff x="0" y="0"/>
          <a:chExt cx="0" cy="0"/>
        </a:xfrm>
      </p:grpSpPr>
      <p:pic>
        <p:nvPicPr>
          <p:cNvPr id="727" name="Google Shape;727;p145"/>
          <p:cNvPicPr preferRelativeResize="0"/>
          <p:nvPr/>
        </p:nvPicPr>
        <p:blipFill rotWithShape="1">
          <a:blip r:embed="rId2">
            <a:alphaModFix/>
          </a:blip>
          <a:srcRect b="0" l="100" r="100" t="0"/>
          <a:stretch/>
        </p:blipFill>
        <p:spPr>
          <a:xfrm flipH="1" rot="10800000">
            <a:off x="5922250" y="-126942"/>
            <a:ext cx="3597901" cy="3597900"/>
          </a:xfrm>
          <a:prstGeom prst="rect">
            <a:avLst/>
          </a:prstGeom>
          <a:noFill/>
          <a:ln>
            <a:noFill/>
          </a:ln>
        </p:spPr>
      </p:pic>
      <p:sp>
        <p:nvSpPr>
          <p:cNvPr id="728" name="Google Shape;728;p145"/>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29" name="Google Shape;729;p145"/>
          <p:cNvSpPr/>
          <p:nvPr/>
        </p:nvSpPr>
        <p:spPr>
          <a:xfrm rot="5400000">
            <a:off x="-776100" y="2475450"/>
            <a:ext cx="3310200" cy="189300"/>
          </a:xfrm>
          <a:prstGeom prst="rect">
            <a:avLst/>
          </a:prstGeom>
          <a:solidFill>
            <a:srgbClr val="FFCEE6"/>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730" name="Google Shape;730;p145"/>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31" name="Google Shape;731;p145"/>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732" name="Google Shape;732;p145"/>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dark 1">
  <p:cSld name="SECTION_TITLE_AND_DESCRIPTION_1_1_4_1">
    <p:bg>
      <p:bgPr>
        <a:solidFill>
          <a:srgbClr val="292929"/>
        </a:solidFill>
      </p:bgPr>
    </p:bg>
    <p:spTree>
      <p:nvGrpSpPr>
        <p:cNvPr id="733" name="Shape 733"/>
        <p:cNvGrpSpPr/>
        <p:nvPr/>
      </p:nvGrpSpPr>
      <p:grpSpPr>
        <a:xfrm>
          <a:off x="0" y="0"/>
          <a:ext cx="0" cy="0"/>
          <a:chOff x="0" y="0"/>
          <a:chExt cx="0" cy="0"/>
        </a:xfrm>
      </p:grpSpPr>
      <p:pic>
        <p:nvPicPr>
          <p:cNvPr id="734" name="Google Shape;734;p146"/>
          <p:cNvPicPr preferRelativeResize="0"/>
          <p:nvPr/>
        </p:nvPicPr>
        <p:blipFill rotWithShape="1">
          <a:blip r:embed="rId2">
            <a:alphaModFix/>
          </a:blip>
          <a:srcRect b="0" l="100" r="100" t="0"/>
          <a:stretch/>
        </p:blipFill>
        <p:spPr>
          <a:xfrm>
            <a:off x="0" y="-502142"/>
            <a:ext cx="3597901" cy="3597900"/>
          </a:xfrm>
          <a:prstGeom prst="rect">
            <a:avLst/>
          </a:prstGeom>
          <a:noFill/>
          <a:ln>
            <a:noFill/>
          </a:ln>
        </p:spPr>
      </p:pic>
      <p:sp>
        <p:nvSpPr>
          <p:cNvPr id="735" name="Google Shape;735;p146"/>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36" name="Google Shape;736;p146"/>
          <p:cNvSpPr/>
          <p:nvPr/>
        </p:nvSpPr>
        <p:spPr>
          <a:xfrm rot="5400000">
            <a:off x="6609900" y="2475450"/>
            <a:ext cx="3310200" cy="189300"/>
          </a:xfrm>
          <a:prstGeom prst="rect">
            <a:avLst/>
          </a:prstGeom>
          <a:solidFill>
            <a:srgbClr val="FFCEE6"/>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737" name="Google Shape;737;p146"/>
          <p:cNvSpPr txBox="1"/>
          <p:nvPr>
            <p:ph type="title"/>
          </p:nvPr>
        </p:nvSpPr>
        <p:spPr>
          <a:xfrm>
            <a:off x="4581175"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38" name="Google Shape;738;p146"/>
          <p:cNvSpPr txBox="1"/>
          <p:nvPr>
            <p:ph idx="1" type="subTitle"/>
          </p:nvPr>
        </p:nvSpPr>
        <p:spPr>
          <a:xfrm>
            <a:off x="4581175"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739" name="Google Shape;739;p146"/>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light 1">
  <p:cSld name="SECTION_TITLE_AND_DESCRIPTION_1_1_3_1_1">
    <p:bg>
      <p:bgPr>
        <a:solidFill>
          <a:srgbClr val="F0F0F0"/>
        </a:solidFill>
      </p:bgPr>
    </p:bg>
    <p:spTree>
      <p:nvGrpSpPr>
        <p:cNvPr id="740" name="Shape 740"/>
        <p:cNvGrpSpPr/>
        <p:nvPr/>
      </p:nvGrpSpPr>
      <p:grpSpPr>
        <a:xfrm>
          <a:off x="0" y="0"/>
          <a:ext cx="0" cy="0"/>
          <a:chOff x="0" y="0"/>
          <a:chExt cx="0" cy="0"/>
        </a:xfrm>
      </p:grpSpPr>
      <p:pic>
        <p:nvPicPr>
          <p:cNvPr id="741" name="Google Shape;741;p147"/>
          <p:cNvPicPr preferRelativeResize="0"/>
          <p:nvPr/>
        </p:nvPicPr>
        <p:blipFill rotWithShape="1">
          <a:blip r:embed="rId2">
            <a:alphaModFix/>
          </a:blip>
          <a:srcRect b="0" l="100" r="100" t="0"/>
          <a:stretch/>
        </p:blipFill>
        <p:spPr>
          <a:xfrm>
            <a:off x="0" y="-502142"/>
            <a:ext cx="3597901" cy="3597900"/>
          </a:xfrm>
          <a:prstGeom prst="rect">
            <a:avLst/>
          </a:prstGeom>
          <a:noFill/>
          <a:ln>
            <a:noFill/>
          </a:ln>
        </p:spPr>
      </p:pic>
      <p:sp>
        <p:nvSpPr>
          <p:cNvPr id="742" name="Google Shape;742;p147"/>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43" name="Google Shape;743;p147"/>
          <p:cNvSpPr/>
          <p:nvPr/>
        </p:nvSpPr>
        <p:spPr>
          <a:xfrm rot="5400000">
            <a:off x="6609900" y="2475450"/>
            <a:ext cx="3310200" cy="189300"/>
          </a:xfrm>
          <a:prstGeom prst="rect">
            <a:avLst/>
          </a:prstGeom>
          <a:solidFill>
            <a:srgbClr val="FFCEE6"/>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744" name="Google Shape;744;p147"/>
          <p:cNvSpPr txBox="1"/>
          <p:nvPr>
            <p:ph type="title"/>
          </p:nvPr>
        </p:nvSpPr>
        <p:spPr>
          <a:xfrm>
            <a:off x="4571900"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45" name="Google Shape;745;p147"/>
          <p:cNvSpPr txBox="1"/>
          <p:nvPr>
            <p:ph idx="1" type="subTitle"/>
          </p:nvPr>
        </p:nvSpPr>
        <p:spPr>
          <a:xfrm>
            <a:off x="4571900"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746" name="Google Shape;746;p147"/>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dark 1 1">
  <p:cSld name="SECTION_TITLE_AND_DESCRIPTION_1_1_5_1">
    <p:bg>
      <p:bgPr>
        <a:solidFill>
          <a:srgbClr val="292929"/>
        </a:solidFill>
      </p:bgPr>
    </p:bg>
    <p:spTree>
      <p:nvGrpSpPr>
        <p:cNvPr id="747" name="Shape 747"/>
        <p:cNvGrpSpPr/>
        <p:nvPr/>
      </p:nvGrpSpPr>
      <p:grpSpPr>
        <a:xfrm>
          <a:off x="0" y="0"/>
          <a:ext cx="0" cy="0"/>
          <a:chOff x="0" y="0"/>
          <a:chExt cx="0" cy="0"/>
        </a:xfrm>
      </p:grpSpPr>
      <p:pic>
        <p:nvPicPr>
          <p:cNvPr id="748" name="Google Shape;748;p148"/>
          <p:cNvPicPr preferRelativeResize="0"/>
          <p:nvPr/>
        </p:nvPicPr>
        <p:blipFill rotWithShape="1">
          <a:blip r:embed="rId2">
            <a:alphaModFix/>
          </a:blip>
          <a:srcRect b="1277" l="0" r="0" t="1267"/>
          <a:stretch/>
        </p:blipFill>
        <p:spPr>
          <a:xfrm flipH="1" rot="10800000">
            <a:off x="5922250" y="-126942"/>
            <a:ext cx="3597901" cy="3597900"/>
          </a:xfrm>
          <a:prstGeom prst="rect">
            <a:avLst/>
          </a:prstGeom>
          <a:noFill/>
          <a:ln>
            <a:noFill/>
          </a:ln>
        </p:spPr>
      </p:pic>
      <p:sp>
        <p:nvSpPr>
          <p:cNvPr id="749" name="Google Shape;749;p148"/>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50" name="Google Shape;750;p148"/>
          <p:cNvSpPr/>
          <p:nvPr/>
        </p:nvSpPr>
        <p:spPr>
          <a:xfrm rot="5400000">
            <a:off x="-776100" y="2475450"/>
            <a:ext cx="3310200" cy="189300"/>
          </a:xfrm>
          <a:prstGeom prst="rect">
            <a:avLst/>
          </a:prstGeom>
          <a:solidFill>
            <a:srgbClr val="A8E8F3"/>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751" name="Google Shape;751;p148"/>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52" name="Google Shape;752;p148"/>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753" name="Google Shape;753;p148"/>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light 1 1">
  <p:cSld name="SECTION_TITLE_AND_DESCRIPTION_1_1_3_2_1">
    <p:bg>
      <p:bgPr>
        <a:solidFill>
          <a:srgbClr val="F0F0F0"/>
        </a:solidFill>
      </p:bgPr>
    </p:bg>
    <p:spTree>
      <p:nvGrpSpPr>
        <p:cNvPr id="754" name="Shape 754"/>
        <p:cNvGrpSpPr/>
        <p:nvPr/>
      </p:nvGrpSpPr>
      <p:grpSpPr>
        <a:xfrm>
          <a:off x="0" y="0"/>
          <a:ext cx="0" cy="0"/>
          <a:chOff x="0" y="0"/>
          <a:chExt cx="0" cy="0"/>
        </a:xfrm>
      </p:grpSpPr>
      <p:pic>
        <p:nvPicPr>
          <p:cNvPr id="755" name="Google Shape;755;p149"/>
          <p:cNvPicPr preferRelativeResize="0"/>
          <p:nvPr/>
        </p:nvPicPr>
        <p:blipFill rotWithShape="1">
          <a:blip r:embed="rId2">
            <a:alphaModFix/>
          </a:blip>
          <a:srcRect b="1277" l="0" r="0" t="1267"/>
          <a:stretch/>
        </p:blipFill>
        <p:spPr>
          <a:xfrm flipH="1" rot="10800000">
            <a:off x="5922250" y="-126942"/>
            <a:ext cx="3597901" cy="3597900"/>
          </a:xfrm>
          <a:prstGeom prst="rect">
            <a:avLst/>
          </a:prstGeom>
          <a:noFill/>
          <a:ln>
            <a:noFill/>
          </a:ln>
        </p:spPr>
      </p:pic>
      <p:sp>
        <p:nvSpPr>
          <p:cNvPr id="756" name="Google Shape;756;p149"/>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57" name="Google Shape;757;p149"/>
          <p:cNvSpPr/>
          <p:nvPr/>
        </p:nvSpPr>
        <p:spPr>
          <a:xfrm rot="5400000">
            <a:off x="-776100" y="2475450"/>
            <a:ext cx="3310200" cy="189300"/>
          </a:xfrm>
          <a:prstGeom prst="rect">
            <a:avLst/>
          </a:prstGeom>
          <a:solidFill>
            <a:srgbClr val="A8E8F3"/>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758" name="Google Shape;758;p149"/>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59" name="Google Shape;759;p149"/>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760" name="Google Shape;760;p149"/>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dark 1 1">
  <p:cSld name="SECTION_TITLE_AND_DESCRIPTION_1_1_4_1_1">
    <p:bg>
      <p:bgPr>
        <a:solidFill>
          <a:srgbClr val="292929"/>
        </a:solidFill>
      </p:bgPr>
    </p:bg>
    <p:spTree>
      <p:nvGrpSpPr>
        <p:cNvPr id="761" name="Shape 761"/>
        <p:cNvGrpSpPr/>
        <p:nvPr/>
      </p:nvGrpSpPr>
      <p:grpSpPr>
        <a:xfrm>
          <a:off x="0" y="0"/>
          <a:ext cx="0" cy="0"/>
          <a:chOff x="0" y="0"/>
          <a:chExt cx="0" cy="0"/>
        </a:xfrm>
      </p:grpSpPr>
      <p:pic>
        <p:nvPicPr>
          <p:cNvPr id="762" name="Google Shape;762;p150"/>
          <p:cNvPicPr preferRelativeResize="0"/>
          <p:nvPr/>
        </p:nvPicPr>
        <p:blipFill>
          <a:blip r:embed="rId2">
            <a:alphaModFix/>
          </a:blip>
          <a:stretch>
            <a:fillRect/>
          </a:stretch>
        </p:blipFill>
        <p:spPr>
          <a:xfrm flipH="1">
            <a:off x="-64983" y="-701410"/>
            <a:ext cx="3597901" cy="3691634"/>
          </a:xfrm>
          <a:prstGeom prst="rect">
            <a:avLst/>
          </a:prstGeom>
          <a:noFill/>
          <a:ln>
            <a:noFill/>
          </a:ln>
        </p:spPr>
      </p:pic>
      <p:sp>
        <p:nvSpPr>
          <p:cNvPr id="763" name="Google Shape;763;p150"/>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64" name="Google Shape;764;p150"/>
          <p:cNvSpPr/>
          <p:nvPr/>
        </p:nvSpPr>
        <p:spPr>
          <a:xfrm rot="5400000">
            <a:off x="6609900" y="2475450"/>
            <a:ext cx="3310200" cy="189300"/>
          </a:xfrm>
          <a:prstGeom prst="rect">
            <a:avLst/>
          </a:prstGeom>
          <a:solidFill>
            <a:srgbClr val="A8E8F3"/>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765" name="Google Shape;765;p150"/>
          <p:cNvSpPr txBox="1"/>
          <p:nvPr>
            <p:ph type="title"/>
          </p:nvPr>
        </p:nvSpPr>
        <p:spPr>
          <a:xfrm>
            <a:off x="4581175"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66" name="Google Shape;766;p150"/>
          <p:cNvSpPr txBox="1"/>
          <p:nvPr>
            <p:ph idx="1" type="subTitle"/>
          </p:nvPr>
        </p:nvSpPr>
        <p:spPr>
          <a:xfrm>
            <a:off x="4581175"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767" name="Google Shape;767;p150"/>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light 1 1">
  <p:cSld name="SECTION_TITLE_AND_DESCRIPTION_1_1_3_1_1_1">
    <p:bg>
      <p:bgPr>
        <a:solidFill>
          <a:srgbClr val="F0F0F0"/>
        </a:solidFill>
      </p:bgPr>
    </p:bg>
    <p:spTree>
      <p:nvGrpSpPr>
        <p:cNvPr id="768" name="Shape 768"/>
        <p:cNvGrpSpPr/>
        <p:nvPr/>
      </p:nvGrpSpPr>
      <p:grpSpPr>
        <a:xfrm>
          <a:off x="0" y="0"/>
          <a:ext cx="0" cy="0"/>
          <a:chOff x="0" y="0"/>
          <a:chExt cx="0" cy="0"/>
        </a:xfrm>
      </p:grpSpPr>
      <p:pic>
        <p:nvPicPr>
          <p:cNvPr id="769" name="Google Shape;769;p151"/>
          <p:cNvPicPr preferRelativeResize="0"/>
          <p:nvPr/>
        </p:nvPicPr>
        <p:blipFill>
          <a:blip r:embed="rId2">
            <a:alphaModFix/>
          </a:blip>
          <a:stretch>
            <a:fillRect/>
          </a:stretch>
        </p:blipFill>
        <p:spPr>
          <a:xfrm flipH="1">
            <a:off x="-64983" y="-701410"/>
            <a:ext cx="3597901" cy="3691634"/>
          </a:xfrm>
          <a:prstGeom prst="rect">
            <a:avLst/>
          </a:prstGeom>
          <a:noFill/>
          <a:ln>
            <a:noFill/>
          </a:ln>
        </p:spPr>
      </p:pic>
      <p:sp>
        <p:nvSpPr>
          <p:cNvPr id="770" name="Google Shape;770;p151"/>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71" name="Google Shape;771;p151"/>
          <p:cNvSpPr/>
          <p:nvPr/>
        </p:nvSpPr>
        <p:spPr>
          <a:xfrm rot="5400000">
            <a:off x="6609900" y="2475450"/>
            <a:ext cx="3310200" cy="189300"/>
          </a:xfrm>
          <a:prstGeom prst="rect">
            <a:avLst/>
          </a:prstGeom>
          <a:solidFill>
            <a:srgbClr val="A8E8F3"/>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772" name="Google Shape;772;p151"/>
          <p:cNvSpPr txBox="1"/>
          <p:nvPr>
            <p:ph type="title"/>
          </p:nvPr>
        </p:nvSpPr>
        <p:spPr>
          <a:xfrm>
            <a:off x="4571900"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73" name="Google Shape;773;p151"/>
          <p:cNvSpPr txBox="1"/>
          <p:nvPr>
            <p:ph idx="1" type="subTitle"/>
          </p:nvPr>
        </p:nvSpPr>
        <p:spPr>
          <a:xfrm>
            <a:off x="4571900"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774" name="Google Shape;774;p151"/>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dark 1 1 1">
  <p:cSld name="SECTION_TITLE_AND_DESCRIPTION_1_1_5_1_1">
    <p:bg>
      <p:bgPr>
        <a:solidFill>
          <a:srgbClr val="292929"/>
        </a:solidFill>
      </p:bgPr>
    </p:bg>
    <p:spTree>
      <p:nvGrpSpPr>
        <p:cNvPr id="775" name="Shape 775"/>
        <p:cNvGrpSpPr/>
        <p:nvPr/>
      </p:nvGrpSpPr>
      <p:grpSpPr>
        <a:xfrm>
          <a:off x="0" y="0"/>
          <a:ext cx="0" cy="0"/>
          <a:chOff x="0" y="0"/>
          <a:chExt cx="0" cy="0"/>
        </a:xfrm>
      </p:grpSpPr>
      <p:pic>
        <p:nvPicPr>
          <p:cNvPr id="776" name="Google Shape;776;p152"/>
          <p:cNvPicPr preferRelativeResize="0"/>
          <p:nvPr/>
        </p:nvPicPr>
        <p:blipFill>
          <a:blip r:embed="rId2">
            <a:alphaModFix/>
          </a:blip>
          <a:stretch>
            <a:fillRect/>
          </a:stretch>
        </p:blipFill>
        <p:spPr>
          <a:xfrm flipH="1" rot="10800000">
            <a:off x="5101482" y="-179092"/>
            <a:ext cx="4875869" cy="3685032"/>
          </a:xfrm>
          <a:prstGeom prst="rect">
            <a:avLst/>
          </a:prstGeom>
          <a:noFill/>
          <a:ln>
            <a:noFill/>
          </a:ln>
        </p:spPr>
      </p:pic>
      <p:sp>
        <p:nvSpPr>
          <p:cNvPr id="777" name="Google Shape;777;p152"/>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78" name="Google Shape;778;p152"/>
          <p:cNvSpPr/>
          <p:nvPr/>
        </p:nvSpPr>
        <p:spPr>
          <a:xfrm rot="5400000">
            <a:off x="-776100" y="2475450"/>
            <a:ext cx="3310200" cy="189300"/>
          </a:xfrm>
          <a:prstGeom prst="rect">
            <a:avLst/>
          </a:prstGeom>
          <a:solidFill>
            <a:srgbClr val="F0FF45"/>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779" name="Google Shape;779;p152"/>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80" name="Google Shape;780;p152"/>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781" name="Google Shape;781;p152"/>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light 1 1 1">
  <p:cSld name="SECTION_TITLE_AND_DESCRIPTION_1_1_3_2_1_1">
    <p:bg>
      <p:bgPr>
        <a:solidFill>
          <a:srgbClr val="F0F0F0"/>
        </a:solidFill>
      </p:bgPr>
    </p:bg>
    <p:spTree>
      <p:nvGrpSpPr>
        <p:cNvPr id="782" name="Shape 782"/>
        <p:cNvGrpSpPr/>
        <p:nvPr/>
      </p:nvGrpSpPr>
      <p:grpSpPr>
        <a:xfrm>
          <a:off x="0" y="0"/>
          <a:ext cx="0" cy="0"/>
          <a:chOff x="0" y="0"/>
          <a:chExt cx="0" cy="0"/>
        </a:xfrm>
      </p:grpSpPr>
      <p:pic>
        <p:nvPicPr>
          <p:cNvPr id="783" name="Google Shape;783;p153"/>
          <p:cNvPicPr preferRelativeResize="0"/>
          <p:nvPr/>
        </p:nvPicPr>
        <p:blipFill>
          <a:blip r:embed="rId2">
            <a:alphaModFix/>
          </a:blip>
          <a:stretch>
            <a:fillRect/>
          </a:stretch>
        </p:blipFill>
        <p:spPr>
          <a:xfrm flipH="1" rot="10800000">
            <a:off x="5101482" y="-179092"/>
            <a:ext cx="4875869" cy="3685032"/>
          </a:xfrm>
          <a:prstGeom prst="rect">
            <a:avLst/>
          </a:prstGeom>
          <a:noFill/>
          <a:ln>
            <a:noFill/>
          </a:ln>
        </p:spPr>
      </p:pic>
      <p:sp>
        <p:nvSpPr>
          <p:cNvPr id="784" name="Google Shape;784;p153"/>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85" name="Google Shape;785;p153"/>
          <p:cNvSpPr/>
          <p:nvPr/>
        </p:nvSpPr>
        <p:spPr>
          <a:xfrm rot="5400000">
            <a:off x="-776100" y="2475450"/>
            <a:ext cx="3310200" cy="189300"/>
          </a:xfrm>
          <a:prstGeom prst="rect">
            <a:avLst/>
          </a:prstGeom>
          <a:solidFill>
            <a:srgbClr val="F0FF45"/>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786" name="Google Shape;786;p153"/>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87" name="Google Shape;787;p153"/>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788" name="Google Shape;788;p153"/>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dark 1 1 1">
  <p:cSld name="SECTION_TITLE_AND_DESCRIPTION_1_1_4_1_1_1">
    <p:bg>
      <p:bgPr>
        <a:solidFill>
          <a:srgbClr val="292929"/>
        </a:solidFill>
      </p:bgPr>
    </p:bg>
    <p:spTree>
      <p:nvGrpSpPr>
        <p:cNvPr id="789" name="Shape 789"/>
        <p:cNvGrpSpPr/>
        <p:nvPr/>
      </p:nvGrpSpPr>
      <p:grpSpPr>
        <a:xfrm>
          <a:off x="0" y="0"/>
          <a:ext cx="0" cy="0"/>
          <a:chOff x="0" y="0"/>
          <a:chExt cx="0" cy="0"/>
        </a:xfrm>
      </p:grpSpPr>
      <p:pic>
        <p:nvPicPr>
          <p:cNvPr id="790" name="Google Shape;790;p154"/>
          <p:cNvPicPr preferRelativeResize="0"/>
          <p:nvPr/>
        </p:nvPicPr>
        <p:blipFill>
          <a:blip r:embed="rId2">
            <a:alphaModFix/>
          </a:blip>
          <a:stretch>
            <a:fillRect/>
          </a:stretch>
        </p:blipFill>
        <p:spPr>
          <a:xfrm flipH="1" rot="10800000">
            <a:off x="-762000" y="-179092"/>
            <a:ext cx="4875869" cy="3685032"/>
          </a:xfrm>
          <a:prstGeom prst="rect">
            <a:avLst/>
          </a:prstGeom>
          <a:noFill/>
          <a:ln>
            <a:noFill/>
          </a:ln>
        </p:spPr>
      </p:pic>
      <p:sp>
        <p:nvSpPr>
          <p:cNvPr id="791" name="Google Shape;791;p154"/>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92" name="Google Shape;792;p154"/>
          <p:cNvSpPr/>
          <p:nvPr/>
        </p:nvSpPr>
        <p:spPr>
          <a:xfrm rot="5400000">
            <a:off x="6609900" y="2475450"/>
            <a:ext cx="3310200" cy="189300"/>
          </a:xfrm>
          <a:prstGeom prst="rect">
            <a:avLst/>
          </a:prstGeom>
          <a:solidFill>
            <a:srgbClr val="F0FF45"/>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793" name="Google Shape;793;p154"/>
          <p:cNvSpPr txBox="1"/>
          <p:nvPr>
            <p:ph type="title"/>
          </p:nvPr>
        </p:nvSpPr>
        <p:spPr>
          <a:xfrm>
            <a:off x="4581175"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94" name="Google Shape;794;p154"/>
          <p:cNvSpPr txBox="1"/>
          <p:nvPr>
            <p:ph idx="1" type="subTitle"/>
          </p:nvPr>
        </p:nvSpPr>
        <p:spPr>
          <a:xfrm>
            <a:off x="4581175"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795" name="Google Shape;795;p154"/>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light 1 1 1">
  <p:cSld name="SECTION_TITLE_AND_DESCRIPTION_1_1_3_1_1_1_1">
    <p:bg>
      <p:bgPr>
        <a:solidFill>
          <a:srgbClr val="F0F0F0"/>
        </a:solidFill>
      </p:bgPr>
    </p:bg>
    <p:spTree>
      <p:nvGrpSpPr>
        <p:cNvPr id="796" name="Shape 796"/>
        <p:cNvGrpSpPr/>
        <p:nvPr/>
      </p:nvGrpSpPr>
      <p:grpSpPr>
        <a:xfrm>
          <a:off x="0" y="0"/>
          <a:ext cx="0" cy="0"/>
          <a:chOff x="0" y="0"/>
          <a:chExt cx="0" cy="0"/>
        </a:xfrm>
      </p:grpSpPr>
      <p:pic>
        <p:nvPicPr>
          <p:cNvPr id="797" name="Google Shape;797;p155"/>
          <p:cNvPicPr preferRelativeResize="0"/>
          <p:nvPr/>
        </p:nvPicPr>
        <p:blipFill>
          <a:blip r:embed="rId2">
            <a:alphaModFix/>
          </a:blip>
          <a:stretch>
            <a:fillRect/>
          </a:stretch>
        </p:blipFill>
        <p:spPr>
          <a:xfrm flipH="1" rot="10800000">
            <a:off x="-762000" y="-179092"/>
            <a:ext cx="4875869" cy="3685032"/>
          </a:xfrm>
          <a:prstGeom prst="rect">
            <a:avLst/>
          </a:prstGeom>
          <a:noFill/>
          <a:ln>
            <a:noFill/>
          </a:ln>
        </p:spPr>
      </p:pic>
      <p:sp>
        <p:nvSpPr>
          <p:cNvPr id="798" name="Google Shape;798;p155"/>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99" name="Google Shape;799;p155"/>
          <p:cNvSpPr/>
          <p:nvPr/>
        </p:nvSpPr>
        <p:spPr>
          <a:xfrm rot="5400000">
            <a:off x="6609900" y="2475450"/>
            <a:ext cx="3310200" cy="189300"/>
          </a:xfrm>
          <a:prstGeom prst="rect">
            <a:avLst/>
          </a:prstGeom>
          <a:solidFill>
            <a:srgbClr val="F0FF45"/>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800" name="Google Shape;800;p155"/>
          <p:cNvSpPr txBox="1"/>
          <p:nvPr>
            <p:ph type="title"/>
          </p:nvPr>
        </p:nvSpPr>
        <p:spPr>
          <a:xfrm>
            <a:off x="4571900"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01" name="Google Shape;801;p155"/>
          <p:cNvSpPr txBox="1"/>
          <p:nvPr>
            <p:ph idx="1" type="subTitle"/>
          </p:nvPr>
        </p:nvSpPr>
        <p:spPr>
          <a:xfrm>
            <a:off x="4571900"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802" name="Google Shape;802;p155"/>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dark 1 1 1 1">
  <p:cSld name="SECTION_TITLE_AND_DESCRIPTION_1_1_5_1_1_1">
    <p:bg>
      <p:bgPr>
        <a:solidFill>
          <a:srgbClr val="292929"/>
        </a:solidFill>
      </p:bgPr>
    </p:bg>
    <p:spTree>
      <p:nvGrpSpPr>
        <p:cNvPr id="803" name="Shape 803"/>
        <p:cNvGrpSpPr/>
        <p:nvPr/>
      </p:nvGrpSpPr>
      <p:grpSpPr>
        <a:xfrm>
          <a:off x="0" y="0"/>
          <a:ext cx="0" cy="0"/>
          <a:chOff x="0" y="0"/>
          <a:chExt cx="0" cy="0"/>
        </a:xfrm>
      </p:grpSpPr>
      <p:pic>
        <p:nvPicPr>
          <p:cNvPr id="804" name="Google Shape;804;p156"/>
          <p:cNvPicPr preferRelativeResize="0"/>
          <p:nvPr/>
        </p:nvPicPr>
        <p:blipFill rotWithShape="1">
          <a:blip r:embed="rId2">
            <a:alphaModFix/>
          </a:blip>
          <a:srcRect b="0" l="189" r="199" t="0"/>
          <a:stretch/>
        </p:blipFill>
        <p:spPr>
          <a:xfrm rot="5400000">
            <a:off x="5605150" y="-197342"/>
            <a:ext cx="3597901" cy="3597900"/>
          </a:xfrm>
          <a:prstGeom prst="rect">
            <a:avLst/>
          </a:prstGeom>
          <a:noFill/>
          <a:ln>
            <a:noFill/>
          </a:ln>
        </p:spPr>
      </p:pic>
      <p:sp>
        <p:nvSpPr>
          <p:cNvPr id="805" name="Google Shape;805;p156"/>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06" name="Google Shape;806;p156"/>
          <p:cNvSpPr/>
          <p:nvPr/>
        </p:nvSpPr>
        <p:spPr>
          <a:xfrm rot="5400000">
            <a:off x="-776100" y="2475450"/>
            <a:ext cx="3310200" cy="189300"/>
          </a:xfrm>
          <a:prstGeom prst="rect">
            <a:avLst/>
          </a:prstGeom>
          <a:solidFill>
            <a:srgbClr val="FF9A74"/>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807" name="Google Shape;807;p156"/>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08" name="Google Shape;808;p156"/>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809" name="Google Shape;809;p156"/>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light 1 1 1 1">
  <p:cSld name="SECTION_TITLE_AND_DESCRIPTION_1_1_3_2_1_1_1">
    <p:bg>
      <p:bgPr>
        <a:solidFill>
          <a:srgbClr val="F0F0F0"/>
        </a:solidFill>
      </p:bgPr>
    </p:bg>
    <p:spTree>
      <p:nvGrpSpPr>
        <p:cNvPr id="810" name="Shape 810"/>
        <p:cNvGrpSpPr/>
        <p:nvPr/>
      </p:nvGrpSpPr>
      <p:grpSpPr>
        <a:xfrm>
          <a:off x="0" y="0"/>
          <a:ext cx="0" cy="0"/>
          <a:chOff x="0" y="0"/>
          <a:chExt cx="0" cy="0"/>
        </a:xfrm>
      </p:grpSpPr>
      <p:pic>
        <p:nvPicPr>
          <p:cNvPr id="811" name="Google Shape;811;p157"/>
          <p:cNvPicPr preferRelativeResize="0"/>
          <p:nvPr/>
        </p:nvPicPr>
        <p:blipFill rotWithShape="1">
          <a:blip r:embed="rId2">
            <a:alphaModFix/>
          </a:blip>
          <a:srcRect b="0" l="189" r="199" t="0"/>
          <a:stretch/>
        </p:blipFill>
        <p:spPr>
          <a:xfrm rot="5400000">
            <a:off x="5605150" y="-197342"/>
            <a:ext cx="3597901" cy="3597900"/>
          </a:xfrm>
          <a:prstGeom prst="rect">
            <a:avLst/>
          </a:prstGeom>
          <a:noFill/>
          <a:ln>
            <a:noFill/>
          </a:ln>
        </p:spPr>
      </p:pic>
      <p:sp>
        <p:nvSpPr>
          <p:cNvPr id="812" name="Google Shape;812;p157"/>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13" name="Google Shape;813;p157"/>
          <p:cNvSpPr/>
          <p:nvPr/>
        </p:nvSpPr>
        <p:spPr>
          <a:xfrm rot="5400000">
            <a:off x="-776100" y="2475450"/>
            <a:ext cx="3310200" cy="189300"/>
          </a:xfrm>
          <a:prstGeom prst="rect">
            <a:avLst/>
          </a:prstGeom>
          <a:solidFill>
            <a:srgbClr val="FF9A74"/>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814" name="Google Shape;814;p157"/>
          <p:cNvSpPr txBox="1"/>
          <p:nvPr>
            <p:ph type="title"/>
          </p:nvPr>
        </p:nvSpPr>
        <p:spPr>
          <a:xfrm>
            <a:off x="1307592" y="1257800"/>
            <a:ext cx="3189000" cy="1285800"/>
          </a:xfrm>
          <a:prstGeom prst="rect">
            <a:avLst/>
          </a:prstGeom>
        </p:spPr>
        <p:txBody>
          <a:bodyPr anchorCtr="0" anchor="b" bIns="91425" lIns="0"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15" name="Google Shape;815;p157"/>
          <p:cNvSpPr txBox="1"/>
          <p:nvPr>
            <p:ph idx="1" type="subTitle"/>
          </p:nvPr>
        </p:nvSpPr>
        <p:spPr>
          <a:xfrm>
            <a:off x="1307592" y="2738075"/>
            <a:ext cx="3189000" cy="1235100"/>
          </a:xfrm>
          <a:prstGeom prst="rect">
            <a:avLst/>
          </a:prstGeom>
        </p:spPr>
        <p:txBody>
          <a:bodyPr anchorCtr="0" anchor="t" bIns="91425" lIns="0"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816" name="Google Shape;816;p157"/>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dark 1 1 1 1">
  <p:cSld name="SECTION_TITLE_AND_DESCRIPTION_1_1_4_1_1_1_1">
    <p:bg>
      <p:bgPr>
        <a:solidFill>
          <a:srgbClr val="292929"/>
        </a:solidFill>
      </p:bgPr>
    </p:bg>
    <p:spTree>
      <p:nvGrpSpPr>
        <p:cNvPr id="817" name="Shape 817"/>
        <p:cNvGrpSpPr/>
        <p:nvPr/>
      </p:nvGrpSpPr>
      <p:grpSpPr>
        <a:xfrm>
          <a:off x="0" y="0"/>
          <a:ext cx="0" cy="0"/>
          <a:chOff x="0" y="0"/>
          <a:chExt cx="0" cy="0"/>
        </a:xfrm>
      </p:grpSpPr>
      <p:pic>
        <p:nvPicPr>
          <p:cNvPr id="818" name="Google Shape;818;p158"/>
          <p:cNvPicPr preferRelativeResize="0"/>
          <p:nvPr/>
        </p:nvPicPr>
        <p:blipFill rotWithShape="1">
          <a:blip r:embed="rId2">
            <a:alphaModFix/>
          </a:blip>
          <a:srcRect b="0" l="189" r="199" t="0"/>
          <a:stretch/>
        </p:blipFill>
        <p:spPr>
          <a:xfrm rot="5400000">
            <a:off x="-76200" y="-197342"/>
            <a:ext cx="3597901" cy="3597900"/>
          </a:xfrm>
          <a:prstGeom prst="rect">
            <a:avLst/>
          </a:prstGeom>
          <a:noFill/>
          <a:ln>
            <a:noFill/>
          </a:ln>
        </p:spPr>
      </p:pic>
      <p:sp>
        <p:nvSpPr>
          <p:cNvPr id="819" name="Google Shape;819;p158"/>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20" name="Google Shape;820;p158"/>
          <p:cNvSpPr/>
          <p:nvPr/>
        </p:nvSpPr>
        <p:spPr>
          <a:xfrm rot="5400000">
            <a:off x="6609900" y="2475450"/>
            <a:ext cx="3310200" cy="189300"/>
          </a:xfrm>
          <a:prstGeom prst="rect">
            <a:avLst/>
          </a:prstGeom>
          <a:solidFill>
            <a:srgbClr val="FF9A74"/>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821" name="Google Shape;821;p158"/>
          <p:cNvSpPr txBox="1"/>
          <p:nvPr>
            <p:ph type="title"/>
          </p:nvPr>
        </p:nvSpPr>
        <p:spPr>
          <a:xfrm>
            <a:off x="4581175"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22" name="Google Shape;822;p158"/>
          <p:cNvSpPr txBox="1"/>
          <p:nvPr>
            <p:ph idx="1" type="subTitle"/>
          </p:nvPr>
        </p:nvSpPr>
        <p:spPr>
          <a:xfrm>
            <a:off x="4581175"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823" name="Google Shape;823;p158"/>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_custom_text right_light 1 1 1 1">
  <p:cSld name="SECTION_TITLE_AND_DESCRIPTION_1_1_3_1_1_1_1_1">
    <p:bg>
      <p:bgPr>
        <a:solidFill>
          <a:srgbClr val="F0F0F0"/>
        </a:solidFill>
      </p:bgPr>
    </p:bg>
    <p:spTree>
      <p:nvGrpSpPr>
        <p:cNvPr id="824" name="Shape 824"/>
        <p:cNvGrpSpPr/>
        <p:nvPr/>
      </p:nvGrpSpPr>
      <p:grpSpPr>
        <a:xfrm>
          <a:off x="0" y="0"/>
          <a:ext cx="0" cy="0"/>
          <a:chOff x="0" y="0"/>
          <a:chExt cx="0" cy="0"/>
        </a:xfrm>
      </p:grpSpPr>
      <p:pic>
        <p:nvPicPr>
          <p:cNvPr id="825" name="Google Shape;825;p159"/>
          <p:cNvPicPr preferRelativeResize="0"/>
          <p:nvPr/>
        </p:nvPicPr>
        <p:blipFill rotWithShape="1">
          <a:blip r:embed="rId2">
            <a:alphaModFix/>
          </a:blip>
          <a:srcRect b="0" l="189" r="199" t="0"/>
          <a:stretch/>
        </p:blipFill>
        <p:spPr>
          <a:xfrm rot="5400000">
            <a:off x="-76200" y="-197342"/>
            <a:ext cx="3597901" cy="3597900"/>
          </a:xfrm>
          <a:prstGeom prst="rect">
            <a:avLst/>
          </a:prstGeom>
          <a:noFill/>
          <a:ln>
            <a:noFill/>
          </a:ln>
        </p:spPr>
      </p:pic>
      <p:sp>
        <p:nvSpPr>
          <p:cNvPr id="826" name="Google Shape;826;p159"/>
          <p:cNvSpPr/>
          <p:nvPr/>
        </p:nvSpPr>
        <p:spPr>
          <a:xfrm>
            <a:off x="784350" y="918300"/>
            <a:ext cx="7575300" cy="330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827" name="Google Shape;827;p159"/>
          <p:cNvSpPr/>
          <p:nvPr/>
        </p:nvSpPr>
        <p:spPr>
          <a:xfrm rot="5400000">
            <a:off x="6609900" y="2475450"/>
            <a:ext cx="3310200" cy="189300"/>
          </a:xfrm>
          <a:prstGeom prst="rect">
            <a:avLst/>
          </a:prstGeom>
          <a:solidFill>
            <a:srgbClr val="FF9A74"/>
          </a:solidFill>
          <a:ln>
            <a:noFill/>
          </a:ln>
        </p:spPr>
        <p:txBody>
          <a:bodyPr anchorCtr="0" anchor="ctr" bIns="91425" lIns="365750" spcFirstLastPara="1" rIns="91425" wrap="square" tIns="91425">
            <a:noAutofit/>
          </a:bodyPr>
          <a:lstStyle/>
          <a:p>
            <a:pPr indent="0" lvl="0" marL="0" rtl="0" algn="l">
              <a:lnSpc>
                <a:spcPct val="100000"/>
              </a:lnSpc>
              <a:spcBef>
                <a:spcPts val="0"/>
              </a:spcBef>
              <a:spcAft>
                <a:spcPts val="0"/>
              </a:spcAft>
              <a:buNone/>
            </a:pPr>
            <a:r>
              <a:t/>
            </a:r>
            <a:endParaRPr sz="1100">
              <a:solidFill>
                <a:srgbClr val="292929"/>
              </a:solidFill>
              <a:latin typeface="DM Mono Medium"/>
              <a:ea typeface="DM Mono Medium"/>
              <a:cs typeface="DM Mono Medium"/>
              <a:sym typeface="DM Mono Medium"/>
            </a:endParaRPr>
          </a:p>
        </p:txBody>
      </p:sp>
      <p:sp>
        <p:nvSpPr>
          <p:cNvPr id="828" name="Google Shape;828;p159"/>
          <p:cNvSpPr txBox="1"/>
          <p:nvPr>
            <p:ph type="title"/>
          </p:nvPr>
        </p:nvSpPr>
        <p:spPr>
          <a:xfrm>
            <a:off x="4571900" y="1257800"/>
            <a:ext cx="3189000" cy="1285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29" name="Google Shape;829;p159"/>
          <p:cNvSpPr txBox="1"/>
          <p:nvPr>
            <p:ph idx="1" type="subTitle"/>
          </p:nvPr>
        </p:nvSpPr>
        <p:spPr>
          <a:xfrm>
            <a:off x="4571900" y="2738075"/>
            <a:ext cx="31890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pic>
        <p:nvPicPr>
          <p:cNvPr id="830" name="Google Shape;830;p159"/>
          <p:cNvPicPr preferRelativeResize="0"/>
          <p:nvPr/>
        </p:nvPicPr>
        <p:blipFill rotWithShape="1">
          <a:blip r:embed="rId3">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gray" type="blank">
  <p:cSld name="BLANK">
    <p:spTree>
      <p:nvGrpSpPr>
        <p:cNvPr id="831" name="Shape 831"/>
        <p:cNvGrpSpPr/>
        <p:nvPr/>
      </p:nvGrpSpPr>
      <p:grpSpPr>
        <a:xfrm>
          <a:off x="0" y="0"/>
          <a:ext cx="0" cy="0"/>
          <a:chOff x="0" y="0"/>
          <a:chExt cx="0" cy="0"/>
        </a:xfrm>
      </p:grpSpPr>
      <p:pic>
        <p:nvPicPr>
          <p:cNvPr id="832" name="Google Shape;832;p160"/>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0F0F0"/>
        </a:solidFill>
      </p:bgPr>
    </p:bg>
    <p:spTree>
      <p:nvGrpSpPr>
        <p:cNvPr id="833" name="Shape 833"/>
        <p:cNvGrpSpPr/>
        <p:nvPr/>
      </p:nvGrpSpPr>
      <p:grpSpPr>
        <a:xfrm>
          <a:off x="0" y="0"/>
          <a:ext cx="0" cy="0"/>
          <a:chOff x="0" y="0"/>
          <a:chExt cx="0" cy="0"/>
        </a:xfrm>
      </p:grpSpPr>
      <p:pic>
        <p:nvPicPr>
          <p:cNvPr id="834" name="Google Shape;834;p161"/>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p:cSld name="BLANK_1_2">
    <p:bg>
      <p:bgPr>
        <a:solidFill>
          <a:srgbClr val="F0F0F0"/>
        </a:solidFill>
      </p:bgPr>
    </p:bg>
    <p:spTree>
      <p:nvGrpSpPr>
        <p:cNvPr id="835" name="Shape 835"/>
        <p:cNvGrpSpPr/>
        <p:nvPr/>
      </p:nvGrpSpPr>
      <p:grpSpPr>
        <a:xfrm>
          <a:off x="0" y="0"/>
          <a:ext cx="0" cy="0"/>
          <a:chOff x="0" y="0"/>
          <a:chExt cx="0" cy="0"/>
        </a:xfrm>
      </p:grpSpPr>
      <p:pic>
        <p:nvPicPr>
          <p:cNvPr id="836" name="Google Shape;836;p162"/>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
        <p:nvSpPr>
          <p:cNvPr id="837" name="Google Shape;837;p162"/>
          <p:cNvSpPr txBox="1"/>
          <p:nvPr>
            <p:ph idx="1" type="body"/>
          </p:nvPr>
        </p:nvSpPr>
        <p:spPr>
          <a:xfrm>
            <a:off x="511500" y="1094232"/>
            <a:ext cx="2424900" cy="22758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38" name="Google Shape;838;p162"/>
          <p:cNvSpPr txBox="1"/>
          <p:nvPr>
            <p:ph idx="2" type="body"/>
          </p:nvPr>
        </p:nvSpPr>
        <p:spPr>
          <a:xfrm>
            <a:off x="6089900" y="1094232"/>
            <a:ext cx="2424900" cy="22758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39" name="Google Shape;839;p162"/>
          <p:cNvSpPr txBox="1"/>
          <p:nvPr>
            <p:ph idx="3" type="body"/>
          </p:nvPr>
        </p:nvSpPr>
        <p:spPr>
          <a:xfrm>
            <a:off x="3383275" y="1094232"/>
            <a:ext cx="2424900" cy="2275800"/>
          </a:xfrm>
          <a:prstGeom prst="rect">
            <a:avLst/>
          </a:prstGeom>
        </p:spPr>
        <p:txBody>
          <a:bodyPr anchorCtr="0" anchor="t" bIns="91425" lIns="0"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40" name="Google Shape;840;p162"/>
          <p:cNvSpPr txBox="1"/>
          <p:nvPr>
            <p:ph idx="4" type="subTitle"/>
          </p:nvPr>
        </p:nvSpPr>
        <p:spPr>
          <a:xfrm>
            <a:off x="511500" y="664400"/>
            <a:ext cx="2424900" cy="376500"/>
          </a:xfrm>
          <a:prstGeom prst="rect">
            <a:avLst/>
          </a:prstGeom>
        </p:spPr>
        <p:txBody>
          <a:bodyPr anchorCtr="0" anchor="t" bIns="91425" lIns="0" spcFirstLastPara="1" rIns="91425" wrap="square" tIns="91425">
            <a:noAutofit/>
          </a:bodyPr>
          <a:lstStyle>
            <a:lvl1pPr lvl="0" rtl="0">
              <a:spcBef>
                <a:spcPts val="0"/>
              </a:spcBef>
              <a:spcAft>
                <a:spcPts val="0"/>
              </a:spcAft>
              <a:buSzPts val="1200"/>
              <a:buFont typeface="DM Mono"/>
              <a:buNone/>
              <a:defRPr>
                <a:latin typeface="DM Mono"/>
                <a:ea typeface="DM Mono"/>
                <a:cs typeface="DM Mono"/>
                <a:sym typeface="DM Mono"/>
              </a:defRPr>
            </a:lvl1pPr>
            <a:lvl2pPr lvl="1" rtl="0">
              <a:spcBef>
                <a:spcPts val="0"/>
              </a:spcBef>
              <a:spcAft>
                <a:spcPts val="0"/>
              </a:spcAft>
              <a:buSzPts val="1200"/>
              <a:buFont typeface="DM Mono"/>
              <a:buNone/>
              <a:defRPr>
                <a:latin typeface="DM Mono"/>
                <a:ea typeface="DM Mono"/>
                <a:cs typeface="DM Mono"/>
                <a:sym typeface="DM Mono"/>
              </a:defRPr>
            </a:lvl2pPr>
            <a:lvl3pPr lvl="2" rtl="0">
              <a:spcBef>
                <a:spcPts val="0"/>
              </a:spcBef>
              <a:spcAft>
                <a:spcPts val="0"/>
              </a:spcAft>
              <a:buSzPts val="1200"/>
              <a:buFont typeface="DM Mono"/>
              <a:buNone/>
              <a:defRPr>
                <a:latin typeface="DM Mono"/>
                <a:ea typeface="DM Mono"/>
                <a:cs typeface="DM Mono"/>
                <a:sym typeface="DM Mono"/>
              </a:defRPr>
            </a:lvl3pPr>
            <a:lvl4pPr lvl="3" rtl="0">
              <a:spcBef>
                <a:spcPts val="0"/>
              </a:spcBef>
              <a:spcAft>
                <a:spcPts val="0"/>
              </a:spcAft>
              <a:buSzPts val="1200"/>
              <a:buFont typeface="DM Mono"/>
              <a:buNone/>
              <a:defRPr>
                <a:latin typeface="DM Mono"/>
                <a:ea typeface="DM Mono"/>
                <a:cs typeface="DM Mono"/>
                <a:sym typeface="DM Mono"/>
              </a:defRPr>
            </a:lvl4pPr>
            <a:lvl5pPr lvl="4" rtl="0">
              <a:spcBef>
                <a:spcPts val="0"/>
              </a:spcBef>
              <a:spcAft>
                <a:spcPts val="0"/>
              </a:spcAft>
              <a:buSzPts val="1200"/>
              <a:buFont typeface="DM Mono"/>
              <a:buNone/>
              <a:defRPr>
                <a:latin typeface="DM Mono"/>
                <a:ea typeface="DM Mono"/>
                <a:cs typeface="DM Mono"/>
                <a:sym typeface="DM Mono"/>
              </a:defRPr>
            </a:lvl5pPr>
            <a:lvl6pPr lvl="5" rtl="0">
              <a:spcBef>
                <a:spcPts val="0"/>
              </a:spcBef>
              <a:spcAft>
                <a:spcPts val="0"/>
              </a:spcAft>
              <a:buSzPts val="1200"/>
              <a:buFont typeface="DM Mono"/>
              <a:buNone/>
              <a:defRPr>
                <a:latin typeface="DM Mono"/>
                <a:ea typeface="DM Mono"/>
                <a:cs typeface="DM Mono"/>
                <a:sym typeface="DM Mono"/>
              </a:defRPr>
            </a:lvl6pPr>
            <a:lvl7pPr lvl="6" rtl="0">
              <a:spcBef>
                <a:spcPts val="0"/>
              </a:spcBef>
              <a:spcAft>
                <a:spcPts val="0"/>
              </a:spcAft>
              <a:buSzPts val="1200"/>
              <a:buFont typeface="DM Mono"/>
              <a:buNone/>
              <a:defRPr>
                <a:latin typeface="DM Mono"/>
                <a:ea typeface="DM Mono"/>
                <a:cs typeface="DM Mono"/>
                <a:sym typeface="DM Mono"/>
              </a:defRPr>
            </a:lvl7pPr>
            <a:lvl8pPr lvl="7" rtl="0">
              <a:spcBef>
                <a:spcPts val="0"/>
              </a:spcBef>
              <a:spcAft>
                <a:spcPts val="0"/>
              </a:spcAft>
              <a:buSzPts val="1200"/>
              <a:buFont typeface="DM Mono"/>
              <a:buNone/>
              <a:defRPr>
                <a:latin typeface="DM Mono"/>
                <a:ea typeface="DM Mono"/>
                <a:cs typeface="DM Mono"/>
                <a:sym typeface="DM Mono"/>
              </a:defRPr>
            </a:lvl8pPr>
            <a:lvl9pPr lvl="8" rtl="0">
              <a:spcBef>
                <a:spcPts val="0"/>
              </a:spcBef>
              <a:spcAft>
                <a:spcPts val="0"/>
              </a:spcAft>
              <a:buSzPts val="1200"/>
              <a:buFont typeface="DM Mono"/>
              <a:buNone/>
              <a:defRPr>
                <a:latin typeface="DM Mono"/>
                <a:ea typeface="DM Mono"/>
                <a:cs typeface="DM Mono"/>
                <a:sym typeface="DM Mono"/>
              </a:defRPr>
            </a:lvl9pPr>
          </a:lstStyle>
          <a:p/>
        </p:txBody>
      </p:sp>
      <p:sp>
        <p:nvSpPr>
          <p:cNvPr id="841" name="Google Shape;841;p162"/>
          <p:cNvSpPr txBox="1"/>
          <p:nvPr>
            <p:ph idx="5" type="subTitle"/>
          </p:nvPr>
        </p:nvSpPr>
        <p:spPr>
          <a:xfrm>
            <a:off x="3383275" y="664400"/>
            <a:ext cx="2424900" cy="376500"/>
          </a:xfrm>
          <a:prstGeom prst="rect">
            <a:avLst/>
          </a:prstGeom>
        </p:spPr>
        <p:txBody>
          <a:bodyPr anchorCtr="0" anchor="t" bIns="91425" lIns="0" spcFirstLastPara="1" rIns="91425" wrap="square" tIns="91425">
            <a:noAutofit/>
          </a:bodyPr>
          <a:lstStyle>
            <a:lvl1pPr lvl="0" rtl="0">
              <a:spcBef>
                <a:spcPts val="0"/>
              </a:spcBef>
              <a:spcAft>
                <a:spcPts val="0"/>
              </a:spcAft>
              <a:buSzPts val="1200"/>
              <a:buFont typeface="DM Mono"/>
              <a:buNone/>
              <a:defRPr>
                <a:latin typeface="DM Mono"/>
                <a:ea typeface="DM Mono"/>
                <a:cs typeface="DM Mono"/>
                <a:sym typeface="DM Mono"/>
              </a:defRPr>
            </a:lvl1pPr>
            <a:lvl2pPr lvl="1" rtl="0">
              <a:spcBef>
                <a:spcPts val="0"/>
              </a:spcBef>
              <a:spcAft>
                <a:spcPts val="0"/>
              </a:spcAft>
              <a:buSzPts val="1200"/>
              <a:buFont typeface="DM Mono"/>
              <a:buNone/>
              <a:defRPr>
                <a:latin typeface="DM Mono"/>
                <a:ea typeface="DM Mono"/>
                <a:cs typeface="DM Mono"/>
                <a:sym typeface="DM Mono"/>
              </a:defRPr>
            </a:lvl2pPr>
            <a:lvl3pPr lvl="2" rtl="0">
              <a:spcBef>
                <a:spcPts val="0"/>
              </a:spcBef>
              <a:spcAft>
                <a:spcPts val="0"/>
              </a:spcAft>
              <a:buSzPts val="1200"/>
              <a:buFont typeface="DM Mono"/>
              <a:buNone/>
              <a:defRPr>
                <a:latin typeface="DM Mono"/>
                <a:ea typeface="DM Mono"/>
                <a:cs typeface="DM Mono"/>
                <a:sym typeface="DM Mono"/>
              </a:defRPr>
            </a:lvl3pPr>
            <a:lvl4pPr lvl="3" rtl="0">
              <a:spcBef>
                <a:spcPts val="0"/>
              </a:spcBef>
              <a:spcAft>
                <a:spcPts val="0"/>
              </a:spcAft>
              <a:buSzPts val="1200"/>
              <a:buFont typeface="DM Mono"/>
              <a:buNone/>
              <a:defRPr>
                <a:latin typeface="DM Mono"/>
                <a:ea typeface="DM Mono"/>
                <a:cs typeface="DM Mono"/>
                <a:sym typeface="DM Mono"/>
              </a:defRPr>
            </a:lvl4pPr>
            <a:lvl5pPr lvl="4" rtl="0">
              <a:spcBef>
                <a:spcPts val="0"/>
              </a:spcBef>
              <a:spcAft>
                <a:spcPts val="0"/>
              </a:spcAft>
              <a:buSzPts val="1200"/>
              <a:buFont typeface="DM Mono"/>
              <a:buNone/>
              <a:defRPr>
                <a:latin typeface="DM Mono"/>
                <a:ea typeface="DM Mono"/>
                <a:cs typeface="DM Mono"/>
                <a:sym typeface="DM Mono"/>
              </a:defRPr>
            </a:lvl5pPr>
            <a:lvl6pPr lvl="5" rtl="0">
              <a:spcBef>
                <a:spcPts val="0"/>
              </a:spcBef>
              <a:spcAft>
                <a:spcPts val="0"/>
              </a:spcAft>
              <a:buSzPts val="1200"/>
              <a:buFont typeface="DM Mono"/>
              <a:buNone/>
              <a:defRPr>
                <a:latin typeface="DM Mono"/>
                <a:ea typeface="DM Mono"/>
                <a:cs typeface="DM Mono"/>
                <a:sym typeface="DM Mono"/>
              </a:defRPr>
            </a:lvl6pPr>
            <a:lvl7pPr lvl="6" rtl="0">
              <a:spcBef>
                <a:spcPts val="0"/>
              </a:spcBef>
              <a:spcAft>
                <a:spcPts val="0"/>
              </a:spcAft>
              <a:buSzPts val="1200"/>
              <a:buFont typeface="DM Mono"/>
              <a:buNone/>
              <a:defRPr>
                <a:latin typeface="DM Mono"/>
                <a:ea typeface="DM Mono"/>
                <a:cs typeface="DM Mono"/>
                <a:sym typeface="DM Mono"/>
              </a:defRPr>
            </a:lvl7pPr>
            <a:lvl8pPr lvl="7" rtl="0">
              <a:spcBef>
                <a:spcPts val="0"/>
              </a:spcBef>
              <a:spcAft>
                <a:spcPts val="0"/>
              </a:spcAft>
              <a:buSzPts val="1200"/>
              <a:buFont typeface="DM Mono"/>
              <a:buNone/>
              <a:defRPr>
                <a:latin typeface="DM Mono"/>
                <a:ea typeface="DM Mono"/>
                <a:cs typeface="DM Mono"/>
                <a:sym typeface="DM Mono"/>
              </a:defRPr>
            </a:lvl8pPr>
            <a:lvl9pPr lvl="8" rtl="0">
              <a:spcBef>
                <a:spcPts val="0"/>
              </a:spcBef>
              <a:spcAft>
                <a:spcPts val="0"/>
              </a:spcAft>
              <a:buSzPts val="1200"/>
              <a:buFont typeface="DM Mono"/>
              <a:buNone/>
              <a:defRPr>
                <a:latin typeface="DM Mono"/>
                <a:ea typeface="DM Mono"/>
                <a:cs typeface="DM Mono"/>
                <a:sym typeface="DM Mono"/>
              </a:defRPr>
            </a:lvl9pPr>
          </a:lstStyle>
          <a:p/>
        </p:txBody>
      </p:sp>
      <p:sp>
        <p:nvSpPr>
          <p:cNvPr id="842" name="Google Shape;842;p162"/>
          <p:cNvSpPr txBox="1"/>
          <p:nvPr>
            <p:ph idx="6" type="subTitle"/>
          </p:nvPr>
        </p:nvSpPr>
        <p:spPr>
          <a:xfrm>
            <a:off x="6089900" y="664400"/>
            <a:ext cx="2424900" cy="376500"/>
          </a:xfrm>
          <a:prstGeom prst="rect">
            <a:avLst/>
          </a:prstGeom>
        </p:spPr>
        <p:txBody>
          <a:bodyPr anchorCtr="0" anchor="t" bIns="91425" lIns="0" spcFirstLastPara="1" rIns="91425" wrap="square" tIns="91425">
            <a:noAutofit/>
          </a:bodyPr>
          <a:lstStyle>
            <a:lvl1pPr lvl="0" rtl="0">
              <a:spcBef>
                <a:spcPts val="0"/>
              </a:spcBef>
              <a:spcAft>
                <a:spcPts val="0"/>
              </a:spcAft>
              <a:buSzPts val="1200"/>
              <a:buFont typeface="DM Mono"/>
              <a:buNone/>
              <a:defRPr>
                <a:latin typeface="DM Mono"/>
                <a:ea typeface="DM Mono"/>
                <a:cs typeface="DM Mono"/>
                <a:sym typeface="DM Mono"/>
              </a:defRPr>
            </a:lvl1pPr>
            <a:lvl2pPr lvl="1" rtl="0">
              <a:spcBef>
                <a:spcPts val="0"/>
              </a:spcBef>
              <a:spcAft>
                <a:spcPts val="0"/>
              </a:spcAft>
              <a:buSzPts val="1200"/>
              <a:buFont typeface="DM Mono"/>
              <a:buNone/>
              <a:defRPr>
                <a:latin typeface="DM Mono"/>
                <a:ea typeface="DM Mono"/>
                <a:cs typeface="DM Mono"/>
                <a:sym typeface="DM Mono"/>
              </a:defRPr>
            </a:lvl2pPr>
            <a:lvl3pPr lvl="2" rtl="0">
              <a:spcBef>
                <a:spcPts val="0"/>
              </a:spcBef>
              <a:spcAft>
                <a:spcPts val="0"/>
              </a:spcAft>
              <a:buSzPts val="1200"/>
              <a:buFont typeface="DM Mono"/>
              <a:buNone/>
              <a:defRPr>
                <a:latin typeface="DM Mono"/>
                <a:ea typeface="DM Mono"/>
                <a:cs typeface="DM Mono"/>
                <a:sym typeface="DM Mono"/>
              </a:defRPr>
            </a:lvl3pPr>
            <a:lvl4pPr lvl="3" rtl="0">
              <a:spcBef>
                <a:spcPts val="0"/>
              </a:spcBef>
              <a:spcAft>
                <a:spcPts val="0"/>
              </a:spcAft>
              <a:buSzPts val="1200"/>
              <a:buFont typeface="DM Mono"/>
              <a:buNone/>
              <a:defRPr>
                <a:latin typeface="DM Mono"/>
                <a:ea typeface="DM Mono"/>
                <a:cs typeface="DM Mono"/>
                <a:sym typeface="DM Mono"/>
              </a:defRPr>
            </a:lvl4pPr>
            <a:lvl5pPr lvl="4" rtl="0">
              <a:spcBef>
                <a:spcPts val="0"/>
              </a:spcBef>
              <a:spcAft>
                <a:spcPts val="0"/>
              </a:spcAft>
              <a:buSzPts val="1200"/>
              <a:buFont typeface="DM Mono"/>
              <a:buNone/>
              <a:defRPr>
                <a:latin typeface="DM Mono"/>
                <a:ea typeface="DM Mono"/>
                <a:cs typeface="DM Mono"/>
                <a:sym typeface="DM Mono"/>
              </a:defRPr>
            </a:lvl5pPr>
            <a:lvl6pPr lvl="5" rtl="0">
              <a:spcBef>
                <a:spcPts val="0"/>
              </a:spcBef>
              <a:spcAft>
                <a:spcPts val="0"/>
              </a:spcAft>
              <a:buSzPts val="1200"/>
              <a:buFont typeface="DM Mono"/>
              <a:buNone/>
              <a:defRPr>
                <a:latin typeface="DM Mono"/>
                <a:ea typeface="DM Mono"/>
                <a:cs typeface="DM Mono"/>
                <a:sym typeface="DM Mono"/>
              </a:defRPr>
            </a:lvl6pPr>
            <a:lvl7pPr lvl="6" rtl="0">
              <a:spcBef>
                <a:spcPts val="0"/>
              </a:spcBef>
              <a:spcAft>
                <a:spcPts val="0"/>
              </a:spcAft>
              <a:buSzPts val="1200"/>
              <a:buFont typeface="DM Mono"/>
              <a:buNone/>
              <a:defRPr>
                <a:latin typeface="DM Mono"/>
                <a:ea typeface="DM Mono"/>
                <a:cs typeface="DM Mono"/>
                <a:sym typeface="DM Mono"/>
              </a:defRPr>
            </a:lvl7pPr>
            <a:lvl8pPr lvl="7" rtl="0">
              <a:spcBef>
                <a:spcPts val="0"/>
              </a:spcBef>
              <a:spcAft>
                <a:spcPts val="0"/>
              </a:spcAft>
              <a:buSzPts val="1200"/>
              <a:buFont typeface="DM Mono"/>
              <a:buNone/>
              <a:defRPr>
                <a:latin typeface="DM Mono"/>
                <a:ea typeface="DM Mono"/>
                <a:cs typeface="DM Mono"/>
                <a:sym typeface="DM Mono"/>
              </a:defRPr>
            </a:lvl8pPr>
            <a:lvl9pPr lvl="8" rtl="0">
              <a:spcBef>
                <a:spcPts val="0"/>
              </a:spcBef>
              <a:spcAft>
                <a:spcPts val="0"/>
              </a:spcAft>
              <a:buSzPts val="1200"/>
              <a:buFont typeface="DM Mono"/>
              <a:buNone/>
              <a:defRPr>
                <a:latin typeface="DM Mono"/>
                <a:ea typeface="DM Mono"/>
                <a:cs typeface="DM Mono"/>
                <a:sym typeface="DM Mono"/>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dark">
  <p:cSld name="BLANK_1_1">
    <p:bg>
      <p:bgPr>
        <a:solidFill>
          <a:srgbClr val="292929"/>
        </a:solidFill>
      </p:bgPr>
    </p:bg>
    <p:spTree>
      <p:nvGrpSpPr>
        <p:cNvPr id="843" name="Shape 843"/>
        <p:cNvGrpSpPr/>
        <p:nvPr/>
      </p:nvGrpSpPr>
      <p:grpSpPr>
        <a:xfrm>
          <a:off x="0" y="0"/>
          <a:ext cx="0" cy="0"/>
          <a:chOff x="0" y="0"/>
          <a:chExt cx="0" cy="0"/>
        </a:xfrm>
      </p:grpSpPr>
      <p:pic>
        <p:nvPicPr>
          <p:cNvPr id="844" name="Google Shape;844;p163"/>
          <p:cNvPicPr preferRelativeResize="0"/>
          <p:nvPr/>
        </p:nvPicPr>
        <p:blipFill rotWithShape="1">
          <a:blip r:embed="rId2">
            <a:alphaModFix/>
          </a:blip>
          <a:srcRect b="1914" l="0" r="0" t="1914"/>
          <a:stretch/>
        </p:blipFill>
        <p:spPr>
          <a:xfrm>
            <a:off x="311694" y="4681156"/>
            <a:ext cx="602102" cy="1707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slideLayout" Target="../slideLayouts/slideLayout54.xml"/><Relationship Id="rId3" Type="http://schemas.openxmlformats.org/officeDocument/2006/relationships/slideLayout" Target="../slideLayouts/slideLayout55.xml"/><Relationship Id="rId4" Type="http://schemas.openxmlformats.org/officeDocument/2006/relationships/slideLayout" Target="../slideLayouts/slideLayout56.xml"/><Relationship Id="rId5" Type="http://schemas.openxmlformats.org/officeDocument/2006/relationships/slideLayout" Target="../slideLayouts/slideLayout57.xml"/><Relationship Id="rId6" Type="http://schemas.openxmlformats.org/officeDocument/2006/relationships/slideLayout" Target="../slideLayouts/slideLayout58.xml"/><Relationship Id="rId7" Type="http://schemas.openxmlformats.org/officeDocument/2006/relationships/slideLayout" Target="../slideLayouts/slideLayout59.xml"/><Relationship Id="rId8" Type="http://schemas.openxmlformats.org/officeDocument/2006/relationships/slideLayout" Target="../slideLayouts/slideLayout60.xml"/><Relationship Id="rId9" Type="http://schemas.openxmlformats.org/officeDocument/2006/relationships/slideLayout" Target="../slideLayouts/slideLayout61.xml"/><Relationship Id="rId10" Type="http://schemas.openxmlformats.org/officeDocument/2006/relationships/slideLayout" Target="../slideLayouts/slideLayout62.xml"/><Relationship Id="rId11" Type="http://schemas.openxmlformats.org/officeDocument/2006/relationships/slideLayout" Target="../slideLayouts/slideLayout63.xml"/><Relationship Id="rId12" Type="http://schemas.openxmlformats.org/officeDocument/2006/relationships/slideLayout" Target="../slideLayouts/slideLayout64.xml"/><Relationship Id="rId13" Type="http://schemas.openxmlformats.org/officeDocument/2006/relationships/slideLayout" Target="../slideLayouts/slideLayout65.xml"/><Relationship Id="rId14" Type="http://schemas.openxmlformats.org/officeDocument/2006/relationships/slideLayout" Target="../slideLayouts/slideLayout66.xml"/><Relationship Id="rId15" Type="http://schemas.openxmlformats.org/officeDocument/2006/relationships/slideLayout" Target="../slideLayouts/slideLayout67.xml"/><Relationship Id="rId16" Type="http://schemas.openxmlformats.org/officeDocument/2006/relationships/slideLayout" Target="../slideLayouts/slideLayout68.xml"/><Relationship Id="rId17" Type="http://schemas.openxmlformats.org/officeDocument/2006/relationships/slideLayout" Target="../slideLayouts/slideLayout69.xml"/><Relationship Id="rId18" Type="http://schemas.openxmlformats.org/officeDocument/2006/relationships/slideLayout" Target="../slideLayouts/slideLayout70.xml"/><Relationship Id="rId19" Type="http://schemas.openxmlformats.org/officeDocument/2006/relationships/slideLayout" Target="../slideLayouts/slideLayout71.xml"/><Relationship Id="rId20" Type="http://schemas.openxmlformats.org/officeDocument/2006/relationships/slideLayout" Target="../slideLayouts/slideLayout72.xml"/><Relationship Id="rId21" Type="http://schemas.openxmlformats.org/officeDocument/2006/relationships/slideLayout" Target="../slideLayouts/slideLayout73.xml"/><Relationship Id="rId22" Type="http://schemas.openxmlformats.org/officeDocument/2006/relationships/slideLayout" Target="../slideLayouts/slideLayout74.xml"/><Relationship Id="rId23" Type="http://schemas.openxmlformats.org/officeDocument/2006/relationships/slideLayout" Target="../slideLayouts/slideLayout75.xml"/><Relationship Id="rId24" Type="http://schemas.openxmlformats.org/officeDocument/2006/relationships/slideLayout" Target="../slideLayouts/slideLayout76.xml"/><Relationship Id="rId25" Type="http://schemas.openxmlformats.org/officeDocument/2006/relationships/slideLayout" Target="../slideLayouts/slideLayout77.xml"/><Relationship Id="rId26" Type="http://schemas.openxmlformats.org/officeDocument/2006/relationships/slideLayout" Target="../slideLayouts/slideLayout78.xml"/><Relationship Id="rId27" Type="http://schemas.openxmlformats.org/officeDocument/2006/relationships/slideLayout" Target="../slideLayouts/slideLayout79.xml"/><Relationship Id="rId28" Type="http://schemas.openxmlformats.org/officeDocument/2006/relationships/slideLayout" Target="../slideLayouts/slideLayout80.xml"/><Relationship Id="rId29" Type="http://schemas.openxmlformats.org/officeDocument/2006/relationships/slideLayout" Target="../slideLayouts/slideLayout81.xml"/><Relationship Id="rId30" Type="http://schemas.openxmlformats.org/officeDocument/2006/relationships/slideLayout" Target="../slideLayouts/slideLayout82.xml"/><Relationship Id="rId31" Type="http://schemas.openxmlformats.org/officeDocument/2006/relationships/slideLayout" Target="../slideLayouts/slideLayout83.xml"/><Relationship Id="rId32" Type="http://schemas.openxmlformats.org/officeDocument/2006/relationships/slideLayout" Target="../slideLayouts/slideLayout84.xml"/><Relationship Id="rId33" Type="http://schemas.openxmlformats.org/officeDocument/2006/relationships/slideLayout" Target="../slideLayouts/slideLayout85.xml"/><Relationship Id="rId34" Type="http://schemas.openxmlformats.org/officeDocument/2006/relationships/slideLayout" Target="../slideLayouts/slideLayout86.xml"/><Relationship Id="rId35" Type="http://schemas.openxmlformats.org/officeDocument/2006/relationships/slideLayout" Target="../slideLayouts/slideLayout87.xml"/><Relationship Id="rId36" Type="http://schemas.openxmlformats.org/officeDocument/2006/relationships/slideLayout" Target="../slideLayouts/slideLayout88.xml"/><Relationship Id="rId37" Type="http://schemas.openxmlformats.org/officeDocument/2006/relationships/slideLayout" Target="../slideLayouts/slideLayout89.xml"/><Relationship Id="rId38" Type="http://schemas.openxmlformats.org/officeDocument/2006/relationships/slideLayout" Target="../slideLayouts/slideLayout90.xml"/><Relationship Id="rId39" Type="http://schemas.openxmlformats.org/officeDocument/2006/relationships/slideLayout" Target="../slideLayouts/slideLayout91.xml"/><Relationship Id="rId40" Type="http://schemas.openxmlformats.org/officeDocument/2006/relationships/slideLayout" Target="../slideLayouts/slideLayout92.xml"/><Relationship Id="rId41" Type="http://schemas.openxmlformats.org/officeDocument/2006/relationships/slideLayout" Target="../slideLayouts/slideLayout93.xml"/><Relationship Id="rId42" Type="http://schemas.openxmlformats.org/officeDocument/2006/relationships/slideLayout" Target="../slideLayouts/slideLayout94.xml"/><Relationship Id="rId43" Type="http://schemas.openxmlformats.org/officeDocument/2006/relationships/slideLayout" Target="../slideLayouts/slideLayout95.xml"/><Relationship Id="rId44" Type="http://schemas.openxmlformats.org/officeDocument/2006/relationships/slideLayout" Target="../slideLayouts/slideLayout96.xml"/><Relationship Id="rId45" Type="http://schemas.openxmlformats.org/officeDocument/2006/relationships/slideLayout" Target="../slideLayouts/slideLayout97.xml"/><Relationship Id="rId46" Type="http://schemas.openxmlformats.org/officeDocument/2006/relationships/slideLayout" Target="../slideLayouts/slideLayout98.xml"/><Relationship Id="rId47" Type="http://schemas.openxmlformats.org/officeDocument/2006/relationships/slideLayout" Target="../slideLayouts/slideLayout99.xml"/><Relationship Id="rId48" Type="http://schemas.openxmlformats.org/officeDocument/2006/relationships/slideLayout" Target="../slideLayouts/slideLayout100.xml"/><Relationship Id="rId49" Type="http://schemas.openxmlformats.org/officeDocument/2006/relationships/slideLayout" Target="../slideLayouts/slideLayout101.xml"/><Relationship Id="rId50" Type="http://schemas.openxmlformats.org/officeDocument/2006/relationships/slideLayout" Target="../slideLayouts/slideLayout102.xml"/><Relationship Id="rId51" Type="http://schemas.openxmlformats.org/officeDocument/2006/relationships/slideLayout" Target="../slideLayouts/slideLayout103.xml"/><Relationship Id="rId5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slideLayout" Target="../slideLayouts/slideLayout105.xml"/><Relationship Id="rId3" Type="http://schemas.openxmlformats.org/officeDocument/2006/relationships/slideLayout" Target="../slideLayouts/slideLayout106.xml"/><Relationship Id="rId4" Type="http://schemas.openxmlformats.org/officeDocument/2006/relationships/slideLayout" Target="../slideLayouts/slideLayout107.xml"/><Relationship Id="rId5" Type="http://schemas.openxmlformats.org/officeDocument/2006/relationships/slideLayout" Target="../slideLayouts/slideLayout108.xml"/><Relationship Id="rId6" Type="http://schemas.openxmlformats.org/officeDocument/2006/relationships/slideLayout" Target="../slideLayouts/slideLayout109.xml"/><Relationship Id="rId7" Type="http://schemas.openxmlformats.org/officeDocument/2006/relationships/slideLayout" Target="../slideLayouts/slideLayout110.xml"/><Relationship Id="rId8" Type="http://schemas.openxmlformats.org/officeDocument/2006/relationships/slideLayout" Target="../slideLayouts/slideLayout111.xml"/><Relationship Id="rId9" Type="http://schemas.openxmlformats.org/officeDocument/2006/relationships/slideLayout" Target="../slideLayouts/slideLayout112.xml"/><Relationship Id="rId10" Type="http://schemas.openxmlformats.org/officeDocument/2006/relationships/slideLayout" Target="../slideLayouts/slideLayout113.xml"/><Relationship Id="rId11" Type="http://schemas.openxmlformats.org/officeDocument/2006/relationships/slideLayout" Target="../slideLayouts/slideLayout114.xml"/><Relationship Id="rId12" Type="http://schemas.openxmlformats.org/officeDocument/2006/relationships/slideLayout" Target="../slideLayouts/slideLayout115.xml"/><Relationship Id="rId13" Type="http://schemas.openxmlformats.org/officeDocument/2006/relationships/slideLayout" Target="../slideLayouts/slideLayout116.xml"/><Relationship Id="rId14" Type="http://schemas.openxmlformats.org/officeDocument/2006/relationships/slideLayout" Target="../slideLayouts/slideLayout117.xml"/><Relationship Id="rId15" Type="http://schemas.openxmlformats.org/officeDocument/2006/relationships/slideLayout" Target="../slideLayouts/slideLayout118.xml"/><Relationship Id="rId16" Type="http://schemas.openxmlformats.org/officeDocument/2006/relationships/slideLayout" Target="../slideLayouts/slideLayout119.xml"/><Relationship Id="rId17" Type="http://schemas.openxmlformats.org/officeDocument/2006/relationships/slideLayout" Target="../slideLayouts/slideLayout120.xml"/><Relationship Id="rId18" Type="http://schemas.openxmlformats.org/officeDocument/2006/relationships/slideLayout" Target="../slideLayouts/slideLayout121.xml"/><Relationship Id="rId19" Type="http://schemas.openxmlformats.org/officeDocument/2006/relationships/slideLayout" Target="../slideLayouts/slideLayout122.xml"/><Relationship Id="rId20" Type="http://schemas.openxmlformats.org/officeDocument/2006/relationships/slideLayout" Target="../slideLayouts/slideLayout123.xml"/><Relationship Id="rId21" Type="http://schemas.openxmlformats.org/officeDocument/2006/relationships/slideLayout" Target="../slideLayouts/slideLayout124.xml"/><Relationship Id="rId22" Type="http://schemas.openxmlformats.org/officeDocument/2006/relationships/slideLayout" Target="../slideLayouts/slideLayout125.xml"/><Relationship Id="rId23" Type="http://schemas.openxmlformats.org/officeDocument/2006/relationships/slideLayout" Target="../slideLayouts/slideLayout126.xml"/><Relationship Id="rId24" Type="http://schemas.openxmlformats.org/officeDocument/2006/relationships/slideLayout" Target="../slideLayouts/slideLayout127.xml"/><Relationship Id="rId25" Type="http://schemas.openxmlformats.org/officeDocument/2006/relationships/slideLayout" Target="../slideLayouts/slideLayout128.xml"/><Relationship Id="rId26" Type="http://schemas.openxmlformats.org/officeDocument/2006/relationships/slideLayout" Target="../slideLayouts/slideLayout129.xml"/><Relationship Id="rId27" Type="http://schemas.openxmlformats.org/officeDocument/2006/relationships/slideLayout" Target="../slideLayouts/slideLayout130.xml"/><Relationship Id="rId28" Type="http://schemas.openxmlformats.org/officeDocument/2006/relationships/slideLayout" Target="../slideLayouts/slideLayout131.xml"/><Relationship Id="rId29" Type="http://schemas.openxmlformats.org/officeDocument/2006/relationships/slideLayout" Target="../slideLayouts/slideLayout132.xml"/><Relationship Id="rId30" Type="http://schemas.openxmlformats.org/officeDocument/2006/relationships/slideLayout" Target="../slideLayouts/slideLayout133.xml"/><Relationship Id="rId31" Type="http://schemas.openxmlformats.org/officeDocument/2006/relationships/slideLayout" Target="../slideLayouts/slideLayout134.xml"/><Relationship Id="rId32" Type="http://schemas.openxmlformats.org/officeDocument/2006/relationships/slideLayout" Target="../slideLayouts/slideLayout135.xml"/><Relationship Id="rId33" Type="http://schemas.openxmlformats.org/officeDocument/2006/relationships/slideLayout" Target="../slideLayouts/slideLayout136.xml"/><Relationship Id="rId34" Type="http://schemas.openxmlformats.org/officeDocument/2006/relationships/slideLayout" Target="../slideLayouts/slideLayout137.xml"/><Relationship Id="rId35" Type="http://schemas.openxmlformats.org/officeDocument/2006/relationships/slideLayout" Target="../slideLayouts/slideLayout138.xml"/><Relationship Id="rId36" Type="http://schemas.openxmlformats.org/officeDocument/2006/relationships/slideLayout" Target="../slideLayouts/slideLayout139.xml"/><Relationship Id="rId37" Type="http://schemas.openxmlformats.org/officeDocument/2006/relationships/slideLayout" Target="../slideLayouts/slideLayout140.xml"/><Relationship Id="rId38" Type="http://schemas.openxmlformats.org/officeDocument/2006/relationships/slideLayout" Target="../slideLayouts/slideLayout141.xml"/><Relationship Id="rId39" Type="http://schemas.openxmlformats.org/officeDocument/2006/relationships/slideLayout" Target="../slideLayouts/slideLayout142.xml"/><Relationship Id="rId40" Type="http://schemas.openxmlformats.org/officeDocument/2006/relationships/slideLayout" Target="../slideLayouts/slideLayout143.xml"/><Relationship Id="rId41" Type="http://schemas.openxmlformats.org/officeDocument/2006/relationships/slideLayout" Target="../slideLayouts/slideLayout144.xml"/><Relationship Id="rId42" Type="http://schemas.openxmlformats.org/officeDocument/2006/relationships/slideLayout" Target="../slideLayouts/slideLayout145.xml"/><Relationship Id="rId43" Type="http://schemas.openxmlformats.org/officeDocument/2006/relationships/slideLayout" Target="../slideLayouts/slideLayout146.xml"/><Relationship Id="rId44" Type="http://schemas.openxmlformats.org/officeDocument/2006/relationships/slideLayout" Target="../slideLayouts/slideLayout147.xml"/><Relationship Id="rId45" Type="http://schemas.openxmlformats.org/officeDocument/2006/relationships/slideLayout" Target="../slideLayouts/slideLayout148.xml"/><Relationship Id="rId46" Type="http://schemas.openxmlformats.org/officeDocument/2006/relationships/slideLayout" Target="../slideLayouts/slideLayout149.xml"/><Relationship Id="rId47" Type="http://schemas.openxmlformats.org/officeDocument/2006/relationships/slideLayout" Target="../slideLayouts/slideLayout150.xml"/><Relationship Id="rId48" Type="http://schemas.openxmlformats.org/officeDocument/2006/relationships/slideLayout" Target="../slideLayouts/slideLayout151.xml"/><Relationship Id="rId49" Type="http://schemas.openxmlformats.org/officeDocument/2006/relationships/slideLayout" Target="../slideLayouts/slideLayout152.xml"/><Relationship Id="rId50" Type="http://schemas.openxmlformats.org/officeDocument/2006/relationships/slideLayout" Target="../slideLayouts/slideLayout153.xml"/><Relationship Id="rId51" Type="http://schemas.openxmlformats.org/officeDocument/2006/relationships/slideLayout" Target="../slideLayouts/slideLayout154.xml"/><Relationship Id="rId52" Type="http://schemas.openxmlformats.org/officeDocument/2006/relationships/slideLayout" Target="../slideLayouts/slideLayout155.xml"/><Relationship Id="rId53" Type="http://schemas.openxmlformats.org/officeDocument/2006/relationships/slideLayout" Target="../slideLayouts/slideLayout156.xml"/><Relationship Id="rId54" Type="http://schemas.openxmlformats.org/officeDocument/2006/relationships/slideLayout" Target="../slideLayouts/slideLayout157.xml"/><Relationship Id="rId55" Type="http://schemas.openxmlformats.org/officeDocument/2006/relationships/slideLayout" Target="../slideLayouts/slideLayout158.xml"/><Relationship Id="rId56" Type="http://schemas.openxmlformats.org/officeDocument/2006/relationships/slideLayout" Target="../slideLayouts/slideLayout159.xml"/><Relationship Id="rId57" Type="http://schemas.openxmlformats.org/officeDocument/2006/relationships/slideLayout" Target="../slideLayouts/slideLayout160.xml"/><Relationship Id="rId5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74" name="Shape 274"/>
        <p:cNvGrpSpPr/>
        <p:nvPr/>
      </p:nvGrpSpPr>
      <p:grpSpPr>
        <a:xfrm>
          <a:off x="0" y="0"/>
          <a:ext cx="0" cy="0"/>
          <a:chOff x="0" y="0"/>
          <a:chExt cx="0" cy="0"/>
        </a:xfrm>
      </p:grpSpPr>
      <p:sp>
        <p:nvSpPr>
          <p:cNvPr id="275" name="Google Shape;275;p54"/>
          <p:cNvSpPr txBox="1"/>
          <p:nvPr>
            <p:ph type="title"/>
          </p:nvPr>
        </p:nvSpPr>
        <p:spPr>
          <a:xfrm>
            <a:off x="311700" y="457200"/>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1pPr>
            <a:lvl2pPr lvl="1"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2pPr>
            <a:lvl3pPr lvl="2"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3pPr>
            <a:lvl4pPr lvl="3"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4pPr>
            <a:lvl5pPr lvl="4"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5pPr>
            <a:lvl6pPr lvl="5"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6pPr>
            <a:lvl7pPr lvl="6"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7pPr>
            <a:lvl8pPr lvl="7"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8pPr>
            <a:lvl9pPr lvl="8"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9pPr>
          </a:lstStyle>
          <a:p/>
        </p:txBody>
      </p:sp>
      <p:sp>
        <p:nvSpPr>
          <p:cNvPr id="276" name="Google Shape;276;p5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1pPr>
            <a:lvl2pPr indent="-304800" lvl="1" marL="9144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2pPr>
            <a:lvl3pPr indent="-304800" lvl="2" marL="13716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3pPr>
            <a:lvl4pPr indent="-304800" lvl="3" marL="18288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4pPr>
            <a:lvl5pPr indent="-304800" lvl="4" marL="22860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5pPr>
            <a:lvl6pPr indent="-304800" lvl="5" marL="27432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6pPr>
            <a:lvl7pPr indent="-304800" lvl="6" marL="32004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7pPr>
            <a:lvl8pPr indent="-304800" lvl="7" marL="36576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8pPr>
            <a:lvl9pPr indent="-304800" lvl="8" marL="41148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 id="2147483741" r:id="rId42"/>
    <p:sldLayoutId id="2147483742" r:id="rId43"/>
    <p:sldLayoutId id="2147483743" r:id="rId44"/>
    <p:sldLayoutId id="2147483744" r:id="rId45"/>
    <p:sldLayoutId id="2147483745" r:id="rId46"/>
    <p:sldLayoutId id="2147483746" r:id="rId47"/>
    <p:sldLayoutId id="2147483747" r:id="rId48"/>
    <p:sldLayoutId id="2147483748" r:id="rId49"/>
    <p:sldLayoutId id="2147483749" r:id="rId50"/>
    <p:sldLayoutId id="2147483750" r:id="rId5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34" name="Shape 534"/>
        <p:cNvGrpSpPr/>
        <p:nvPr/>
      </p:nvGrpSpPr>
      <p:grpSpPr>
        <a:xfrm>
          <a:off x="0" y="0"/>
          <a:ext cx="0" cy="0"/>
          <a:chOff x="0" y="0"/>
          <a:chExt cx="0" cy="0"/>
        </a:xfrm>
      </p:grpSpPr>
      <p:sp>
        <p:nvSpPr>
          <p:cNvPr id="535" name="Google Shape;535;p106"/>
          <p:cNvSpPr txBox="1"/>
          <p:nvPr>
            <p:ph type="title"/>
          </p:nvPr>
        </p:nvSpPr>
        <p:spPr>
          <a:xfrm>
            <a:off x="311700" y="457200"/>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1pPr>
            <a:lvl2pPr lvl="1"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2pPr>
            <a:lvl3pPr lvl="2"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3pPr>
            <a:lvl4pPr lvl="3"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4pPr>
            <a:lvl5pPr lvl="4"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5pPr>
            <a:lvl6pPr lvl="5"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6pPr>
            <a:lvl7pPr lvl="6"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7pPr>
            <a:lvl8pPr lvl="7"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8pPr>
            <a:lvl9pPr lvl="8" rtl="0">
              <a:spcBef>
                <a:spcPts val="0"/>
              </a:spcBef>
              <a:spcAft>
                <a:spcPts val="0"/>
              </a:spcAft>
              <a:buClr>
                <a:srgbClr val="292929"/>
              </a:buClr>
              <a:buSzPts val="2500"/>
              <a:buFont typeface="DM Sans Medium"/>
              <a:buNone/>
              <a:defRPr sz="2500">
                <a:solidFill>
                  <a:srgbClr val="292929"/>
                </a:solidFill>
                <a:latin typeface="DM Sans Medium"/>
                <a:ea typeface="DM Sans Medium"/>
                <a:cs typeface="DM Sans Medium"/>
                <a:sym typeface="DM Sans Medium"/>
              </a:defRPr>
            </a:lvl9pPr>
          </a:lstStyle>
          <a:p/>
        </p:txBody>
      </p:sp>
      <p:sp>
        <p:nvSpPr>
          <p:cNvPr id="536" name="Google Shape;536;p10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1pPr>
            <a:lvl2pPr indent="-304800" lvl="1" marL="9144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2pPr>
            <a:lvl3pPr indent="-304800" lvl="2" marL="13716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3pPr>
            <a:lvl4pPr indent="-304800" lvl="3" marL="18288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4pPr>
            <a:lvl5pPr indent="-304800" lvl="4" marL="22860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5pPr>
            <a:lvl6pPr indent="-304800" lvl="5" marL="27432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6pPr>
            <a:lvl7pPr indent="-304800" lvl="6" marL="32004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7pPr>
            <a:lvl8pPr indent="-304800" lvl="7" marL="36576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8pPr>
            <a:lvl9pPr indent="-304800" lvl="8" marL="4114800" rtl="0">
              <a:lnSpc>
                <a:spcPct val="115000"/>
              </a:lnSpc>
              <a:spcBef>
                <a:spcPts val="0"/>
              </a:spcBef>
              <a:spcAft>
                <a:spcPts val="0"/>
              </a:spcAft>
              <a:buClr>
                <a:srgbClr val="292929"/>
              </a:buClr>
              <a:buSzPts val="1200"/>
              <a:buFont typeface="DM Sans"/>
              <a:buChar char="■"/>
              <a:defRPr sz="1200">
                <a:solidFill>
                  <a:srgbClr val="292929"/>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 id="2147483768" r:id="rId18"/>
    <p:sldLayoutId id="2147483769" r:id="rId19"/>
    <p:sldLayoutId id="2147483770" r:id="rId20"/>
    <p:sldLayoutId id="2147483771" r:id="rId21"/>
    <p:sldLayoutId id="2147483772" r:id="rId22"/>
    <p:sldLayoutId id="2147483773" r:id="rId23"/>
    <p:sldLayoutId id="2147483774" r:id="rId24"/>
    <p:sldLayoutId id="2147483775" r:id="rId25"/>
    <p:sldLayoutId id="2147483776" r:id="rId26"/>
    <p:sldLayoutId id="2147483777" r:id="rId27"/>
    <p:sldLayoutId id="2147483778" r:id="rId28"/>
    <p:sldLayoutId id="2147483779" r:id="rId29"/>
    <p:sldLayoutId id="2147483780" r:id="rId30"/>
    <p:sldLayoutId id="2147483781" r:id="rId31"/>
    <p:sldLayoutId id="2147483782" r:id="rId32"/>
    <p:sldLayoutId id="2147483783" r:id="rId33"/>
    <p:sldLayoutId id="2147483784" r:id="rId34"/>
    <p:sldLayoutId id="2147483785" r:id="rId35"/>
    <p:sldLayoutId id="2147483786" r:id="rId36"/>
    <p:sldLayoutId id="2147483787" r:id="rId37"/>
    <p:sldLayoutId id="2147483788" r:id="rId38"/>
    <p:sldLayoutId id="2147483789" r:id="rId39"/>
    <p:sldLayoutId id="2147483790" r:id="rId40"/>
    <p:sldLayoutId id="2147483791" r:id="rId41"/>
    <p:sldLayoutId id="2147483792" r:id="rId42"/>
    <p:sldLayoutId id="2147483793" r:id="rId43"/>
    <p:sldLayoutId id="2147483794" r:id="rId44"/>
    <p:sldLayoutId id="2147483795" r:id="rId45"/>
    <p:sldLayoutId id="2147483796" r:id="rId46"/>
    <p:sldLayoutId id="2147483797" r:id="rId47"/>
    <p:sldLayoutId id="2147483798" r:id="rId48"/>
    <p:sldLayoutId id="2147483799" r:id="rId49"/>
    <p:sldLayoutId id="2147483800" r:id="rId50"/>
    <p:sldLayoutId id="2147483801" r:id="rId51"/>
    <p:sldLayoutId id="2147483802" r:id="rId52"/>
    <p:sldLayoutId id="2147483803" r:id="rId53"/>
    <p:sldLayoutId id="2147483804" r:id="rId54"/>
    <p:sldLayoutId id="2147483805" r:id="rId55"/>
    <p:sldLayoutId id="2147483806" r:id="rId56"/>
    <p:sldLayoutId id="2147483807" r:id="rId5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hyperlink" Target="https://help.sigmacomputing.com/docs/configure-csv-upload-and-storage-option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hyperlink" Target="https://help.sigmacomputing.com/docs/ask-natural-language-queries-with-assistan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hyperlink" Target="https://help.sigmacomputing.com/docs/use-sigma-mcp-server" TargetMode="External"/><Relationship Id="rId3" Type="http://schemas.openxmlformats.org/officeDocument/2006/relationships/hyperlink" Target="https://quickstarts.sigmacomputing.com/guide/aiapps_natural_language_with_claude/index.html?index=..%2F..index#0"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hyperlink" Target="https://help.sigmacomputing.com/docs/use-forms-to-streamline-user-data-entry" TargetMode="External"/><Relationship Id="rId3" Type="http://schemas.openxmlformats.org/officeDocument/2006/relationships/hyperlink" Target="https://quickstarts.sigmacomputing.com/guide/aiapps_form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hyperlink" Target="https://help.sigmacomputing.com/docs/view-input-table-audit-history"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hyperlink" Target="https://help.sigmacomputing.com/docs/use-repeated-containers-to-generate-layouts-from-data"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hyperlink" Target="https://help.sigmacomputing.com/docs/use-single-row-containers-to-show-records-in-detai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hyperlink" Target="https://help.sigmacomputing.com/docs/configure-an-external-storage-integration-with-azure-blob" TargetMode="External"/><Relationship Id="rId3" Type="http://schemas.openxmlformats.org/officeDocument/2006/relationships/hyperlink" Target="https://help.sigmacomputing.com/docs/configure-oauth" TargetMode="External"/><Relationship Id="rId4" Type="http://schemas.openxmlformats.org/officeDocument/2006/relationships/hyperlink" Target="https://help.sigmacomputing.com/docs/search-in-sigma" TargetMode="External"/><Relationship Id="rId5" Type="http://schemas.openxmlformats.org/officeDocument/2006/relationships/hyperlink" Target="https://help.sigmacomputing.com/docs/enable-a-custom-homepage" TargetMode="External"/><Relationship Id="rId6" Type="http://schemas.openxmlformats.org/officeDocument/2006/relationships/hyperlink" Target="https://help.sigmacomputing.com/docs/specify-session-variables-for-a-snowflake-connection"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hyperlink" Target="https://help.sigmacomputing.com/docs/configure-warehouse-ai-model-integration" TargetMode="External"/><Relationship Id="rId3" Type="http://schemas.openxmlformats.org/officeDocument/2006/relationships/hyperlink" Target="https://help.sigmacomputing.com/docs/create-actions-that-modify-or-refresh-element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hyperlink" Target="https://help.sigmacomputing.com/docs/configure-api-credentials-and-connectors-in-sigma#configure-governance-settings-for-an-api-connector" TargetMode="External"/><Relationship Id="rId3" Type="http://schemas.openxmlformats.org/officeDocument/2006/relationships/hyperlink" Target="https://help.sigmacomputing.com/reference/listconnectiontablecolumn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hyperlink" Target="https://help.sigmacomputing.com/docs/customize-chart-background-and-style#configure-a-custom-background-image-for-a-chart-beta" TargetMode="External"/><Relationship Id="rId3" Type="http://schemas.openxmlformats.org/officeDocument/2006/relationships/hyperlink" Target="https://help.sigmacomputing.com/docs/customize-chart-axis-rang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hyperlink" Target="https://help.sigmacomputing.com/docs/manage-ai-context-for-data-models" TargetMode="External"/><Relationship Id="rId3" Type="http://schemas.openxmlformats.org/officeDocument/2006/relationships/hyperlink" Target="https://help.sigmacomputing.com/docs/write-custom-sq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hyperlink" Target="https://help.sigmacomputing.com/docs/embed-url-parameters" TargetMode="External"/><Relationship Id="rId3" Type="http://schemas.openxmlformats.org/officeDocument/2006/relationships/hyperlink" Target="https://help.sigmacomputing.com/docs/configure-api-credentials-and-connectors-in-sigma#add-a-new-api-credential-to-sigma"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hyperlink" Target="https://help.sigmacomputing.com/docs/create-and-manage-a-control-element" TargetMode="External"/><Relationship Id="rId3" Type="http://schemas.openxmlformats.org/officeDocument/2006/relationships/hyperlink" Target="https://help.sigmacomputing.com/docs/format-and-customize-a-table#autofit-columns" TargetMode="External"/><Relationship Id="rId4" Type="http://schemas.openxmlformats.org/officeDocument/2006/relationships/hyperlink" Target="https://help.sigmacomputing.com/docs/reference-workbook-control-values-in-sql-statements" TargetMode="External"/><Relationship Id="rId5" Type="http://schemas.openxmlformats.org/officeDocument/2006/relationships/hyperlink" Target="https://help.sigmacomputing.com/docs/value-list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hyperlink" Target="https://quickstarts.sigmacomputing.com/guide/aiapps_natural_language_with_claude/index.html?index=..%2F..index#0" TargetMode="External"/><Relationship Id="rId3" Type="http://schemas.openxmlformats.org/officeDocument/2006/relationships/hyperlink" Target="https://quickstarts.sigmacomputing.com/guide/tables_transpose_tables/index.html?index=..%2F..index#0" TargetMode="External"/><Relationship Id="rId4" Type="http://schemas.openxmlformats.org/officeDocument/2006/relationships/hyperlink" Target="https://quickstarts.sigmacomputing.com/guide/aiapps_scheduling_sigma_insights_to_slack/index.html?index=..%2F..index#0"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49" name="Google Shape;849;p164"/>
          <p:cNvSpPr txBox="1"/>
          <p:nvPr>
            <p:ph type="ctrTitle"/>
          </p:nvPr>
        </p:nvSpPr>
        <p:spPr>
          <a:xfrm>
            <a:off x="198575" y="168625"/>
            <a:ext cx="6659400" cy="258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Sigma</a:t>
            </a:r>
            <a:br>
              <a:rPr lang="en"/>
            </a:br>
            <a:r>
              <a:rPr lang="en"/>
              <a:t>First Friday Features</a:t>
            </a:r>
            <a:endParaRPr/>
          </a:p>
          <a:p>
            <a:pPr indent="0" lvl="0" marL="0" rtl="0" algn="l">
              <a:spcBef>
                <a:spcPts val="0"/>
              </a:spcBef>
              <a:spcAft>
                <a:spcPts val="0"/>
              </a:spcAft>
              <a:buNone/>
            </a:pPr>
            <a:r>
              <a:t/>
            </a:r>
            <a:endParaRPr/>
          </a:p>
        </p:txBody>
      </p:sp>
      <p:sp>
        <p:nvSpPr>
          <p:cNvPr id="850" name="Google Shape;850;p164"/>
          <p:cNvSpPr txBox="1"/>
          <p:nvPr>
            <p:ph idx="1" type="subTitle"/>
          </p:nvPr>
        </p:nvSpPr>
        <p:spPr>
          <a:xfrm>
            <a:off x="311700" y="275013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April 2026</a:t>
            </a:r>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55" name="Google Shape;855;p165"/>
          <p:cNvSpPr txBox="1"/>
          <p:nvPr>
            <p:ph type="title"/>
          </p:nvPr>
        </p:nvSpPr>
        <p:spPr>
          <a:xfrm>
            <a:off x="311700" y="457200"/>
            <a:ext cx="599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linkClick r:id="rId2"/>
              </a:rPr>
              <a:t>CSV upload limit to 1GB option</a:t>
            </a:r>
            <a:endParaRPr>
              <a:highlight>
                <a:srgbClr val="4CEC8C"/>
              </a:highlight>
            </a:endParaRPr>
          </a:p>
        </p:txBody>
      </p:sp>
      <p:sp>
        <p:nvSpPr>
          <p:cNvPr id="856" name="Google Shape;856;p165"/>
          <p:cNvSpPr txBox="1"/>
          <p:nvPr>
            <p:ph idx="1" type="body"/>
          </p:nvPr>
        </p:nvSpPr>
        <p:spPr>
          <a:xfrm>
            <a:off x="311700" y="1121275"/>
            <a:ext cx="3542100" cy="319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endParaRPr/>
            <a:r>
              <a:rPr lang="en"/>
              <a:t>By default, Sigma limits CSV uploads to 200MB to avoid timeouts and failures that can be common with large files.</a:t>
            </a:r>
          </a:p>
          <a:p>
            <a:pPr indent="0" lvl="0" marL="0" rtl="0" algn="l">
              <a:lnSpc>
                <a:spcPct val="100000"/>
              </a:lnSpc>
              <a:spcBef>
                <a:spcPts val="0"/>
              </a:spcBef>
              <a:spcAft>
                <a:spcPts val="0"/>
              </a:spcAft>
              <a:buNone/>
            </a:pPr>
            <a:r>
              <a:rPr lang="en"/>
              <a:t>If your organization's users regularly work with larger files, you can increase the file size limit to 1GB.</a:t>
            </a:r>
          </a:p>
          <a:p>
            <a:pPr indent="0" lvl="0" marL="0" rtl="0" algn="l">
              <a:lnSpc>
                <a:spcPct val="100000"/>
              </a:lnSpc>
              <a:spcBef>
                <a:spcPts val="0"/>
              </a:spcBef>
              <a:spcAft>
                <a:spcPts val="0"/>
              </a:spcAft>
              <a:buNone/>
            </a:pPr>
            <a:r>
              <a:rPr lang="en"/>
              <a:t>When this option is enabled, Sigma generates pre-signed URLs, and the browser uploads the CSV files in multiple parts directly to cloud storage, bypassing Sigma's servers. This flow supports larger file sizes while improving performance and reliability.</a:t>
            </a:r>
          </a:p>
          <a:p>
            <a:pPr indent="0" lvl="0" marL="0" rtl="0" algn="l">
              <a:lnSpc>
                <a:spcPct val="100000"/>
              </a:lnSpc>
              <a:spcBef>
                <a:spcPts val="0"/>
              </a:spcBef>
              <a:spcAft>
                <a:spcPts val="0"/>
              </a:spcAft>
              <a:buNone/>
            </a:pPr>
            <a:r>
              <a:rPr lang="en"/>
              <a:t>Why it matters: Teams that work with larger source files — operations, finance, sales ops — can now load 1GB CSVs into Sigma without pre-splitting. Routing the upload directly from the browser to cloud storage (bypassing Sigma's servers) also makes large uploads measurably more reliable.</a:t>
            </a:r>
          </a:p>
        </p:txBody>
      </p:sp>
      <p:sp>
        <p:nvSpPr>
          <p:cNvPr id="857" name="Google Shape;857;p165"/>
          <p:cNvSpPr txBox="1"/>
          <p:nvPr/>
        </p:nvSpPr>
        <p:spPr>
          <a:xfrm>
            <a:off x="7632575" y="0"/>
            <a:ext cx="1511400" cy="374100"/>
          </a:xfrm>
          <a:prstGeom prst="rect">
            <a:avLst/>
          </a:prstGeom>
          <a:solidFill>
            <a:srgbClr val="4CEC8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292929"/>
                </a:solidFill>
                <a:latin typeface="DM Sans"/>
                <a:ea typeface="DM Sans"/>
                <a:cs typeface="DM Sans"/>
                <a:sym typeface="DM Sans"/>
              </a:rPr>
              <a:t>GA</a:t>
            </a:r>
            <a:endParaRPr sz="1200">
              <a:solidFill>
                <a:srgbClr val="292929"/>
              </a:solidFill>
              <a:latin typeface="DM Sans"/>
              <a:ea typeface="DM Sans"/>
              <a:cs typeface="DM Sans"/>
              <a:sym typeface="DM Sans"/>
            </a:endParaRPr>
          </a:p>
        </p:txBody>
      </p:sp>
      <p:pic>
        <p:nvPicPr>
          <p:cNvPr id="858" name="Google Shape;858;p165" title="report_builder.gif"/>
          <p:cNvPicPr preferRelativeResize="0"/>
          <p:nvPr/>
        </p:nvPicPr>
        <p:blipFill/>
        <p:spPr>
          <a:xfrm>
            <a:off x="3990727" y="1273851"/>
            <a:ext cx="5016094" cy="2595801"/>
          </a:xfrm>
          <a:prstGeom prst="rect">
            <a:avLst/>
          </a:prstGeom>
          <a:noFill/>
          <a:ln>
            <a:no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55" name="Google Shape;855;p165"/>
          <p:cNvSpPr txBox="1"/>
          <p:nvPr>
            <p:ph type="title"/>
          </p:nvPr>
        </p:nvSpPr>
        <p:spPr>
          <a:xfrm>
            <a:off x="311700" y="457200"/>
            <a:ext cx="599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linkClick r:id="rId2"/>
              </a:rPr>
              <a:t>Ask Sigma is now Sigma Assistant</a:t>
            </a:r>
            <a:endParaRPr>
              <a:highlight>
                <a:srgbClr val="4CEC8C"/>
              </a:highlight>
            </a:endParaRPr>
          </a:p>
        </p:txBody>
      </p:sp>
      <p:sp>
        <p:nvSpPr>
          <p:cNvPr id="856" name="Google Shape;856;p165"/>
          <p:cNvSpPr txBox="1"/>
          <p:nvPr>
            <p:ph idx="1" type="body"/>
          </p:nvPr>
        </p:nvSpPr>
        <p:spPr>
          <a:xfrm>
            <a:off x="311700" y="1121275"/>
            <a:ext cx="3542100" cy="319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endParaRPr/>
            <a:r>
              <a:rPr lang="en"/>
              <a:t>Improved accuracy and performance when answering questions and performing analysis.</a:t>
            </a:r>
          </a:p>
          <a:p>
            <a:pPr indent="0" lvl="0" marL="0" rtl="0" algn="l">
              <a:lnSpc>
                <a:spcPct val="100000"/>
              </a:lnSpc>
              <a:spcBef>
                <a:spcPts val="0"/>
              </a:spcBef>
              <a:spcAft>
                <a:spcPts val="0"/>
              </a:spcAft>
              <a:buNone/>
            </a:pPr>
            <a:r>
              <a:rPr lang="en"/>
              <a:t>Higher quality data source selection, relying on a new semantic search service that indexes configured sources using the AI provider set up for your organization.</a:t>
            </a:r>
          </a:p>
          <a:p>
            <a:pPr indent="0" lvl="0" marL="0" rtl="0" algn="l">
              <a:lnSpc>
                <a:spcPct val="100000"/>
              </a:lnSpc>
              <a:spcBef>
                <a:spcPts val="0"/>
              </a:spcBef>
              <a:spcAft>
                <a:spcPts val="0"/>
              </a:spcAft>
              <a:buNone/>
            </a:pPr>
            <a:r>
              <a:rPr lang="en"/>
              <a:t>Improved experience, including the ability to provide feedback on the quality of responses.</a:t>
            </a:r>
          </a:p>
          <a:p>
            <a:pPr indent="0" lvl="0" marL="0" rtl="0" algn="l">
              <a:lnSpc>
                <a:spcPct val="100000"/>
              </a:lnSpc>
              <a:spcBef>
                <a:spcPts val="0"/>
              </a:spcBef>
              <a:spcAft>
                <a:spcPts val="0"/>
              </a:spcAft>
              <a:buNone/>
            </a:pPr>
            <a:r>
              <a:rPr lang="en"/>
              <a:t>Highlighted sources are now configured sources, and the steps to add configured data sources for Assistant are updated. Configure sources for Sigma Assistant to answer questions without selecting a data source.</a:t>
            </a:r>
          </a:p>
          <a:p>
            <a:pPr indent="0" lvl="0" marL="0" rtl="0" algn="l">
              <a:lnSpc>
                <a:spcPct val="100000"/>
              </a:lnSpc>
              <a:spcBef>
                <a:spcPts val="0"/>
              </a:spcBef>
              <a:spcAft>
                <a:spcPts val="0"/>
              </a:spcAft>
              <a:buNone/>
            </a:pPr>
            <a:r>
              <a:rPr lang="en"/>
              <a:t>Configure data models as data sources to improve accuracy and capabilities. When Sigma Assistant uses data models to answer questions, it can choose which relationships to use.</a:t>
            </a:r>
          </a:p>
          <a:p>
            <a:pPr indent="0" lvl="0" marL="0" rtl="0" algn="l">
              <a:lnSpc>
                <a:spcPct val="100000"/>
              </a:lnSpc>
              <a:spcBef>
                <a:spcPts val="0"/>
              </a:spcBef>
              <a:spcAft>
                <a:spcPts val="0"/>
              </a:spcAft>
              <a:buNone/>
            </a:pPr>
            <a:r>
              <a:rPr lang="en"/>
              <a:t>Why it matters: The rebrand consolidates Sigma's natural-language experience under one product name and lands meaningful accuracy and data-source-selection improvements at the same time. End users get better answers; administrators get richer controls over which sources Assistant can use.</a:t>
            </a:r>
          </a:p>
        </p:txBody>
      </p:sp>
      <p:sp>
        <p:nvSpPr>
          <p:cNvPr id="857" name="Google Shape;857;p165"/>
          <p:cNvSpPr txBox="1"/>
          <p:nvPr/>
        </p:nvSpPr>
        <p:spPr>
          <a:xfrm>
            <a:off x="7632575" y="0"/>
            <a:ext cx="1511400" cy="374100"/>
          </a:xfrm>
          <a:prstGeom prst="rect">
            <a:avLst/>
          </a:prstGeom>
          <a:solidFill>
            <a:srgbClr val="4CEC8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292929"/>
                </a:solidFill>
                <a:latin typeface="DM Sans"/>
                <a:ea typeface="DM Sans"/>
                <a:cs typeface="DM Sans"/>
                <a:sym typeface="DM Sans"/>
              </a:rPr>
              <a:t>GA</a:t>
            </a:r>
            <a:endParaRPr sz="1200">
              <a:solidFill>
                <a:srgbClr val="292929"/>
              </a:solidFill>
              <a:latin typeface="DM Sans"/>
              <a:ea typeface="DM Sans"/>
              <a:cs typeface="DM Sans"/>
              <a:sym typeface="DM Sans"/>
            </a:endParaRPr>
          </a:p>
        </p:txBody>
      </p:sp>
      <p:pic>
        <p:nvPicPr>
          <p:cNvPr id="858" name="Google Shape;858;p165" title="report_builder.gif"/>
          <p:cNvPicPr preferRelativeResize="0"/>
          <p:nvPr/>
        </p:nvPicPr>
        <p:blipFill/>
        <p:spPr>
          <a:xfrm>
            <a:off x="3990727" y="1273851"/>
            <a:ext cx="5016094" cy="2595801"/>
          </a:xfrm>
          <a:prstGeom prst="rect">
            <a:avLst/>
          </a:prstGeom>
          <a:noFill/>
          <a:ln>
            <a:no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55" name="Google Shape;855;p165"/>
          <p:cNvSpPr txBox="1"/>
          <p:nvPr>
            <p:ph type="title"/>
          </p:nvPr>
        </p:nvSpPr>
        <p:spPr>
          <a:xfrm>
            <a:off x="311700" y="457200"/>
            <a:ext cx="599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linkClick r:id="rId2"/>
              </a:rPr>
              <a:t>Sigma MCP Server is now available</a:t>
            </a:r>
            <a:endParaRPr>
              <a:highlight>
                <a:srgbClr val="4CEC8C"/>
              </a:highlight>
            </a:endParaRPr>
          </a:p>
        </p:txBody>
      </p:sp>
      <p:sp>
        <p:nvSpPr>
          <p:cNvPr id="856" name="Google Shape;856;p165"/>
          <p:cNvSpPr txBox="1"/>
          <p:nvPr>
            <p:ph idx="1" type="body"/>
          </p:nvPr>
        </p:nvSpPr>
        <p:spPr>
          <a:xfrm>
            <a:off x="311700" y="1121275"/>
            <a:ext cx="3542100" cy="319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endParaRPr/>
            <a:r>
              <a:rPr lang="en"/>
              <a:t>Use natural language to interact programmatically with your Sigma organization using the Sigma MCP server. You can now search, describe, and query data within your AI assistant's interface. You can connect to the Sigma MCP server from any AI assistant that supports connection to custom remote MCP servers via HTTP and OAuth.</a:t>
            </a:r>
          </a:p>
          <a:p>
            <a:pPr indent="0" lvl="0" marL="0" rtl="0" algn="l">
              <a:lnSpc>
                <a:spcPct val="100000"/>
              </a:lnSpc>
              <a:spcBef>
                <a:spcPts val="0"/>
              </a:spcBef>
              <a:spcAft>
                <a:spcPts val="0"/>
              </a:spcAft>
              <a:buNone/>
            </a:pPr>
            <a:r>
              <a:rPr lang="en"/>
              <a:t>Why it matters: The Sigma MCP server opens Sigma to any AI assistant that speaks MCP — Claude, Cursor, OpenAI Codex, Snowflake Cortex Code — without custom integrations. Developers and analysts can search, describe, and query Sigma from the conversation they're already in, with permissions inherited from their Sigma identity.</a:t>
            </a:r>
          </a:p>
          <a:p>
            <a:pPr indent="0" lvl="0" marL="0" rtl="0" algn="l">
              <a:lnSpc>
                <a:spcPct val="100000"/>
              </a:lnSpc>
              <a:spcBef>
                <a:spcPts val="0"/>
              </a:spcBef>
              <a:spcAft>
                <a:spcPts val="0"/>
              </a:spcAft>
              <a:buNone/>
            </a:pPr>
            <a:r>
              <a:rPr lang="en">
                <a:hlinkClick r:id="rId3"/>
              </a:rPr>
              <a:t>Related QuickStart: Natural Language Analytics with Claude and Sigma</a:t>
            </a:r>
          </a:p>
        </p:txBody>
      </p:sp>
      <p:sp>
        <p:nvSpPr>
          <p:cNvPr id="857" name="Google Shape;857;p165"/>
          <p:cNvSpPr txBox="1"/>
          <p:nvPr/>
        </p:nvSpPr>
        <p:spPr>
          <a:xfrm>
            <a:off x="7632575" y="0"/>
            <a:ext cx="1511400" cy="374100"/>
          </a:xfrm>
          <a:prstGeom prst="rect">
            <a:avLst/>
          </a:prstGeom>
          <a:solidFill>
            <a:srgbClr val="4CEC8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292929"/>
                </a:solidFill>
                <a:latin typeface="DM Sans"/>
                <a:ea typeface="DM Sans"/>
                <a:cs typeface="DM Sans"/>
                <a:sym typeface="DM Sans"/>
              </a:rPr>
              <a:t>GA</a:t>
            </a:r>
            <a:endParaRPr sz="1200">
              <a:solidFill>
                <a:srgbClr val="292929"/>
              </a:solidFill>
              <a:latin typeface="DM Sans"/>
              <a:ea typeface="DM Sans"/>
              <a:cs typeface="DM Sans"/>
              <a:sym typeface="DM Sans"/>
            </a:endParaRPr>
          </a:p>
        </p:txBody>
      </p:sp>
      <p:pic>
        <p:nvPicPr>
          <p:cNvPr id="858" name="Google Shape;858;p165" title="report_builder.gif"/>
          <p:cNvPicPr preferRelativeResize="0"/>
          <p:nvPr/>
        </p:nvPicPr>
        <p:blipFill/>
        <p:spPr>
          <a:xfrm>
            <a:off x="3990727" y="1273851"/>
            <a:ext cx="5016094" cy="2595801"/>
          </a:xfrm>
          <a:prstGeom prst="rect">
            <a:avLst/>
          </a:prstGeom>
          <a:noFill/>
          <a:ln>
            <a:no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55" name="Google Shape;855;p165"/>
          <p:cNvSpPr txBox="1"/>
          <p:nvPr>
            <p:ph type="title"/>
          </p:nvPr>
        </p:nvSpPr>
        <p:spPr>
          <a:xfrm>
            <a:off x="311700" y="457200"/>
            <a:ext cx="599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linkClick r:id="rId2"/>
              </a:rPr>
              <a:t>Forms</a:t>
            </a:r>
            <a:endParaRPr>
              <a:highlight>
                <a:srgbClr val="4CEC8C"/>
              </a:highlight>
            </a:endParaRPr>
          </a:p>
        </p:txBody>
      </p:sp>
      <p:sp>
        <p:nvSpPr>
          <p:cNvPr id="856" name="Google Shape;856;p165"/>
          <p:cNvSpPr txBox="1"/>
          <p:nvPr>
            <p:ph idx="1" type="body"/>
          </p:nvPr>
        </p:nvSpPr>
        <p:spPr>
          <a:xfrm>
            <a:off x="311700" y="1121275"/>
            <a:ext cx="3542100" cy="319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endParaRPr/>
            <a:r>
              <a:rPr lang="en"/>
              <a:t>Forms are now generally available. They provide a structured data entry interface that can be created manually or built on an existing input table or stored procedure. Forms support simultaneous submission to multiple sources and can trigger action workflows.</a:t>
            </a:r>
          </a:p>
          <a:p>
            <a:pPr indent="0" lvl="0" marL="0" rtl="0" algn="l">
              <a:lnSpc>
                <a:spcPct val="100000"/>
              </a:lnSpc>
              <a:spcBef>
                <a:spcPts val="0"/>
              </a:spcBef>
              <a:spcAft>
                <a:spcPts val="0"/>
              </a:spcAft>
              <a:buNone/>
            </a:pPr>
            <a:r>
              <a:rPr lang="en"/>
              <a:t>Why it matters: Forms put structured data entry into the hands of any builder without writing UI code. Operations, support, and finance teams can collect data directly into Sigma, route it to multiple destinations on submit, and chain it into action workflows — closing the gap between collecting data and acting on it.</a:t>
            </a:r>
          </a:p>
          <a:p>
            <a:pPr indent="0" lvl="0" marL="0" rtl="0" algn="l">
              <a:lnSpc>
                <a:spcPct val="100000"/>
              </a:lnSpc>
              <a:spcBef>
                <a:spcPts val="0"/>
              </a:spcBef>
              <a:spcAft>
                <a:spcPts val="0"/>
              </a:spcAft>
              <a:buNone/>
            </a:pPr>
            <a:r>
              <a:rPr lang="en">
                <a:hlinkClick r:id="rId3"/>
              </a:rPr>
              <a:t>Related QuickStart: Forms QuickStart</a:t>
            </a:r>
          </a:p>
        </p:txBody>
      </p:sp>
      <p:sp>
        <p:nvSpPr>
          <p:cNvPr id="857" name="Google Shape;857;p165"/>
          <p:cNvSpPr txBox="1"/>
          <p:nvPr/>
        </p:nvSpPr>
        <p:spPr>
          <a:xfrm>
            <a:off x="7632575" y="0"/>
            <a:ext cx="1511400" cy="374100"/>
          </a:xfrm>
          <a:prstGeom prst="rect">
            <a:avLst/>
          </a:prstGeom>
          <a:solidFill>
            <a:srgbClr val="4CEC8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292929"/>
                </a:solidFill>
                <a:latin typeface="DM Sans"/>
                <a:ea typeface="DM Sans"/>
                <a:cs typeface="DM Sans"/>
                <a:sym typeface="DM Sans"/>
              </a:rPr>
              <a:t>GA</a:t>
            </a:r>
            <a:endParaRPr sz="1200">
              <a:solidFill>
                <a:srgbClr val="292929"/>
              </a:solidFill>
              <a:latin typeface="DM Sans"/>
              <a:ea typeface="DM Sans"/>
              <a:cs typeface="DM Sans"/>
              <a:sym typeface="DM Sans"/>
            </a:endParaRPr>
          </a:p>
        </p:txBody>
      </p:sp>
      <p:pic>
        <p:nvPicPr>
          <p:cNvPr id="858" name="Google Shape;858;p165" title="report_builder.gif"/>
          <p:cNvPicPr preferRelativeResize="0"/>
          <p:nvPr/>
        </p:nvPicPr>
        <p:blipFill/>
        <p:spPr>
          <a:xfrm>
            <a:off x="3990727" y="1273851"/>
            <a:ext cx="5016094" cy="2595801"/>
          </a:xfrm>
          <a:prstGeom prst="rect">
            <a:avLst/>
          </a:prstGeom>
          <a:noFill/>
          <a:ln>
            <a:no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55" name="Google Shape;855;p165"/>
          <p:cNvSpPr txBox="1"/>
          <p:nvPr>
            <p:ph type="title"/>
          </p:nvPr>
        </p:nvSpPr>
        <p:spPr>
          <a:xfrm>
            <a:off x="311700" y="457200"/>
            <a:ext cx="599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linkClick r:id="rId2"/>
              </a:rPr>
              <a:t>Input table audit history</a:t>
            </a:r>
            <a:endParaRPr>
              <a:highlight>
                <a:srgbClr val="4CEC8C"/>
              </a:highlight>
            </a:endParaRPr>
          </a:p>
        </p:txBody>
      </p:sp>
      <p:sp>
        <p:nvSpPr>
          <p:cNvPr id="856" name="Google Shape;856;p165"/>
          <p:cNvSpPr txBox="1"/>
          <p:nvPr>
            <p:ph idx="1" type="body"/>
          </p:nvPr>
        </p:nvSpPr>
        <p:spPr>
          <a:xfrm>
            <a:off x="311700" y="1121275"/>
            <a:ext cx="3542100" cy="319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endParaRPr/>
            <a:r>
              <a:rPr lang="en"/>
              <a:t>Row-level history: What changed in a specific row, who made the change, and when the change occurred.</a:t>
            </a:r>
          </a:p>
          <a:p>
            <a:pPr indent="0" lvl="0" marL="0" rtl="0" algn="l">
              <a:lnSpc>
                <a:spcPct val="100000"/>
              </a:lnSpc>
              <a:spcBef>
                <a:spcPts val="0"/>
              </a:spcBef>
              <a:spcAft>
                <a:spcPts val="0"/>
              </a:spcAft>
              <a:buNone/>
            </a:pPr>
            <a:r>
              <a:rPr lang="en"/>
              <a:t>Schema history: When a column was created or changed to a different data type, along with who made the change and when the change occurred.</a:t>
            </a:r>
          </a:p>
          <a:p>
            <a:pPr indent="0" lvl="0" marL="0" rtl="0" algn="l">
              <a:lnSpc>
                <a:spcPct val="100000"/>
              </a:lnSpc>
              <a:spcBef>
                <a:spcPts val="0"/>
              </a:spcBef>
              <a:spcAft>
                <a:spcPts val="0"/>
              </a:spcAft>
              <a:buNone/>
            </a:pPr>
            <a:r>
              <a:rPr lang="en"/>
              <a:t>Why it matters: Row-level and schema change history stored as warehouse-native views gives organizations an auditable record of who changed what and when — without relying on Sigma logs. This directly addresses compliance and data governance requirements in regulated industries.</a:t>
            </a:r>
          </a:p>
        </p:txBody>
      </p:sp>
      <p:sp>
        <p:nvSpPr>
          <p:cNvPr id="857" name="Google Shape;857;p165"/>
          <p:cNvSpPr txBox="1"/>
          <p:nvPr/>
        </p:nvSpPr>
        <p:spPr>
          <a:xfrm>
            <a:off x="7632575" y="0"/>
            <a:ext cx="1511400" cy="374100"/>
          </a:xfrm>
          <a:prstGeom prst="rect">
            <a:avLst/>
          </a:prstGeom>
          <a:solidFill>
            <a:srgbClr val="4CEC8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292929"/>
                </a:solidFill>
                <a:latin typeface="DM Sans"/>
                <a:ea typeface="DM Sans"/>
                <a:cs typeface="DM Sans"/>
                <a:sym typeface="DM Sans"/>
              </a:rPr>
              <a:t>GA</a:t>
            </a:r>
            <a:endParaRPr sz="1200">
              <a:solidFill>
                <a:srgbClr val="292929"/>
              </a:solidFill>
              <a:latin typeface="DM Sans"/>
              <a:ea typeface="DM Sans"/>
              <a:cs typeface="DM Sans"/>
              <a:sym typeface="DM Sans"/>
            </a:endParaRPr>
          </a:p>
        </p:txBody>
      </p:sp>
      <p:pic>
        <p:nvPicPr>
          <p:cNvPr id="858" name="Google Shape;858;p165" title="report_builder.gif"/>
          <p:cNvPicPr preferRelativeResize="0"/>
          <p:nvPr/>
        </p:nvPicPr>
        <p:blipFill/>
        <p:spPr>
          <a:xfrm>
            <a:off x="3990727" y="1273851"/>
            <a:ext cx="5016094" cy="2595801"/>
          </a:xfrm>
          <a:prstGeom prst="rect">
            <a:avLst/>
          </a:prstGeom>
          <a:noFill/>
          <a:ln>
            <a:no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55" name="Google Shape;855;p165"/>
          <p:cNvSpPr txBox="1"/>
          <p:nvPr>
            <p:ph type="title"/>
          </p:nvPr>
        </p:nvSpPr>
        <p:spPr>
          <a:xfrm>
            <a:off x="311700" y="457200"/>
            <a:ext cx="599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linkClick r:id="rId2"/>
              </a:rPr>
              <a:t>Repeated container</a:t>
            </a:r>
            <a:endParaRPr>
              <a:highlight>
                <a:srgbClr val="4CEC8C"/>
              </a:highlight>
            </a:endParaRPr>
          </a:p>
        </p:txBody>
      </p:sp>
      <p:sp>
        <p:nvSpPr>
          <p:cNvPr id="856" name="Google Shape;856;p165"/>
          <p:cNvSpPr txBox="1"/>
          <p:nvPr>
            <p:ph idx="1" type="body"/>
          </p:nvPr>
        </p:nvSpPr>
        <p:spPr>
          <a:xfrm>
            <a:off x="311700" y="1121275"/>
            <a:ext cx="3542100" cy="319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endParaRPr/>
            <a:r>
              <a:rPr lang="en"/>
              <a:t>The repeated container is a layout element that connects to a data source. For each row in the data source, the repeated container generates a layout card, allowing you to quickly generate identical, dynamic layouts from your data.</a:t>
            </a:r>
          </a:p>
          <a:p>
            <a:pPr indent="0" lvl="0" marL="0" rtl="0" algn="l">
              <a:lnSpc>
                <a:spcPct val="100000"/>
              </a:lnSpc>
              <a:spcBef>
                <a:spcPts val="0"/>
              </a:spcBef>
              <a:spcAft>
                <a:spcPts val="0"/>
              </a:spcAft>
              <a:buNone/>
            </a:pPr>
            <a:r>
              <a:rPr lang="en"/>
              <a:t>Why it matters: Repeated containers make it straightforward to build card-based layouts — product listings, customer profiles, ticket queues — driven directly from data. The pattern replaces static grid layouts with dynamic, data-bound views that scale with the underlying dataset.</a:t>
            </a:r>
          </a:p>
        </p:txBody>
      </p:sp>
      <p:sp>
        <p:nvSpPr>
          <p:cNvPr id="857" name="Google Shape;857;p165"/>
          <p:cNvSpPr txBox="1"/>
          <p:nvPr/>
        </p:nvSpPr>
        <p:spPr>
          <a:xfrm>
            <a:off x="7632575" y="0"/>
            <a:ext cx="1511400" cy="374100"/>
          </a:xfrm>
          <a:prstGeom prst="rect">
            <a:avLst/>
          </a:prstGeom>
          <a:solidFill>
            <a:srgbClr val="4CEC8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292929"/>
                </a:solidFill>
                <a:latin typeface="DM Sans"/>
                <a:ea typeface="DM Sans"/>
                <a:cs typeface="DM Sans"/>
                <a:sym typeface="DM Sans"/>
              </a:rPr>
              <a:t>GA</a:t>
            </a:r>
            <a:endParaRPr sz="1200">
              <a:solidFill>
                <a:srgbClr val="292929"/>
              </a:solidFill>
              <a:latin typeface="DM Sans"/>
              <a:ea typeface="DM Sans"/>
              <a:cs typeface="DM Sans"/>
              <a:sym typeface="DM Sans"/>
            </a:endParaRPr>
          </a:p>
        </p:txBody>
      </p:sp>
      <p:pic>
        <p:nvPicPr>
          <p:cNvPr id="858" name="Google Shape;858;p165" title="report_builder.gif"/>
          <p:cNvPicPr preferRelativeResize="0"/>
          <p:nvPr/>
        </p:nvPicPr>
        <p:blipFill/>
        <p:spPr>
          <a:xfrm>
            <a:off x="3990727" y="1273851"/>
            <a:ext cx="5016094" cy="2595801"/>
          </a:xfrm>
          <a:prstGeom prst="rect">
            <a:avLst/>
          </a:prstGeom>
          <a:noFill/>
          <a:ln>
            <a:no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55" name="Google Shape;855;p165"/>
          <p:cNvSpPr txBox="1"/>
          <p:nvPr>
            <p:ph type="title"/>
          </p:nvPr>
        </p:nvSpPr>
        <p:spPr>
          <a:xfrm>
            <a:off x="311700" y="457200"/>
            <a:ext cx="599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hlinkClick r:id="rId2"/>
              </a:rPr>
              <a:t>Single row container</a:t>
            </a:r>
            <a:endParaRPr>
              <a:highlight>
                <a:srgbClr val="4CEC8C"/>
              </a:highlight>
            </a:endParaRPr>
          </a:p>
        </p:txBody>
      </p:sp>
      <p:sp>
        <p:nvSpPr>
          <p:cNvPr id="856" name="Google Shape;856;p165"/>
          <p:cNvSpPr txBox="1"/>
          <p:nvPr>
            <p:ph idx="1" type="body"/>
          </p:nvPr>
        </p:nvSpPr>
        <p:spPr>
          <a:xfrm>
            <a:off x="311700" y="1121275"/>
            <a:ext cx="3542100" cy="319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endParaRPr/>
            <a:r>
              <a:rPr lang="en"/>
              <a:t>The single row container is a layout element that connects to a data source. By selecting a key column and value, you can choose a row from the data source to display inside the container, allowing for dynamic, focused views at individual rows.</a:t>
            </a:r>
          </a:p>
          <a:p>
            <a:pPr indent="0" lvl="0" marL="0" rtl="0" algn="l">
              <a:lnSpc>
                <a:spcPct val="100000"/>
              </a:lnSpc>
              <a:spcBef>
                <a:spcPts val="0"/>
              </a:spcBef>
              <a:spcAft>
                <a:spcPts val="0"/>
              </a:spcAft>
              <a:buNone/>
            </a:pPr>
            <a:r>
              <a:rPr lang="en"/>
              <a:t>Why it matters: Combined with actions, the single row container enables record-detail views where selecting a row in a table populates a dedicated layout with that record's full context. This is the core pattern for building operational record browsers without custom code.</a:t>
            </a:r>
          </a:p>
        </p:txBody>
      </p:sp>
      <p:sp>
        <p:nvSpPr>
          <p:cNvPr id="857" name="Google Shape;857;p165"/>
          <p:cNvSpPr txBox="1"/>
          <p:nvPr/>
        </p:nvSpPr>
        <p:spPr>
          <a:xfrm>
            <a:off x="7632575" y="0"/>
            <a:ext cx="1511400" cy="374100"/>
          </a:xfrm>
          <a:prstGeom prst="rect">
            <a:avLst/>
          </a:prstGeom>
          <a:solidFill>
            <a:srgbClr val="4CEC8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292929"/>
                </a:solidFill>
                <a:latin typeface="DM Sans"/>
                <a:ea typeface="DM Sans"/>
                <a:cs typeface="DM Sans"/>
                <a:sym typeface="DM Sans"/>
              </a:rPr>
              <a:t>GA</a:t>
            </a:r>
            <a:endParaRPr sz="1200">
              <a:solidFill>
                <a:srgbClr val="292929"/>
              </a:solidFill>
              <a:latin typeface="DM Sans"/>
              <a:ea typeface="DM Sans"/>
              <a:cs typeface="DM Sans"/>
              <a:sym typeface="DM Sans"/>
            </a:endParaRPr>
          </a:p>
        </p:txBody>
      </p:sp>
      <p:pic>
        <p:nvPicPr>
          <p:cNvPr id="858" name="Google Shape;858;p165" title="report_builder.gif"/>
          <p:cNvPicPr preferRelativeResize="0"/>
          <p:nvPr/>
        </p:nvPicPr>
        <p:blipFill/>
        <p:spPr>
          <a:xfrm>
            <a:off x="3990727" y="1273851"/>
            <a:ext cx="5016094" cy="2595801"/>
          </a:xfrm>
          <a:prstGeom prst="rect">
            <a:avLst/>
          </a:prstGeom>
          <a:noFill/>
          <a:ln>
            <a:no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70" name="Google Shape;870;p167"/>
          <p:cNvSpPr txBox="1"/>
          <p:nvPr>
            <p:ph type="title"/>
          </p:nvPr>
        </p:nvSpPr>
        <p:spPr>
          <a:xfrm>
            <a:off x="311700" y="457200"/>
            <a:ext cx="719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Administration - Quick Hits</a:t>
            </a:r>
            <a:endParaRPr/>
          </a:p>
        </p:txBody>
      </p:sp>
      <p:sp>
        <p:nvSpPr>
          <p:cNvPr id="871" name="Google Shape;871;p167"/>
          <p:cNvSpPr txBox="1"/>
          <p:nvPr>
            <p:ph idx="1" type="body"/>
          </p:nvPr>
        </p:nvSpPr>
        <p:spPr>
          <a:xfrm>
            <a:off x="311700" y="1174075"/>
            <a:ext cx="8171100" cy="2903100"/>
          </a:xfrm>
          <a:prstGeom prst="rect">
            <a:avLst/>
          </a:prstGeom>
        </p:spPr>
        <p:txBody>
          <a:bodyPr anchorCtr="0" anchor="t" bIns="91425" lIns="91425" spcFirstLastPara="1" rIns="91425" wrap="square" tIns="91425">
            <a:noAutofit/>
          </a:bodyPr>
          <a:lstStyle/>
          <a:p>
            <a:pPr indent="-330200" lvl="0" marL="457200" marR="419100" rtl="0" algn="l">
              <a:spcBef>
                <a:spcPts val="0"/>
              </a:spcBef>
              <a:spcAft>
                <a:spcPts val="0"/>
              </a:spcAft>
              <a:buSzPts val="1600"/>
              <a:buChar char="●"/>
            </a:pPr>
            <a:endParaRPr sz="1600"/>
            <a:r>
              <a:rPr lang="en" sz="1600">
                <a:hlinkClick r:id="rId2"/>
              </a:rPr>
              <a:t>Azure Blob Storage Integration</a:t>
            </a:r>
          </a:p>
          <a:p>
            <a:pPr indent="-330200" lvl="1" marL="457200" marR="419100" rtl="0" algn="l">
              <a:spcBef>
                <a:spcPts val="0"/>
              </a:spcBef>
              <a:spcAft>
                <a:spcPts val="0"/>
              </a:spcAft>
              <a:buSzPts val="1600"/>
              <a:buChar char="●"/>
            </a:pPr>
            <a:r>
              <a:rPr lang="en" sz="1600"/>
              <a:t>Organizations can now integrate customer-owned Azure Blob containers with Sigma, supporting CSV uploads, file uploads in input tables, and cloud storage exports. This joins exis...</a:t>
            </a:r>
          </a:p>
          <a:p>
            <a:pPr indent="-330200" lvl="1" marL="457200" marR="419100" rtl="0" algn="l">
              <a:spcBef>
                <a:spcPts val="0"/>
              </a:spcBef>
              <a:spcAft>
                <a:spcPts val="0"/>
              </a:spcAft>
              <a:buSzPts val="1600"/>
              <a:buChar char="●"/>
            </a:pPr>
            <a:r>
              <a:rPr lang="en" sz="1600"/>
              <a:t>Why it matters: Organizations can now route file uploads and exports through their own Azure Blob containers, keeping data within their cloud environment. This matters for customers with data r...</a:t>
            </a:r>
          </a:p>
          <a:p>
            <a:pPr indent="-330200" lvl="0" marL="457200" marR="419100" rtl="0" algn="l">
              <a:spcBef>
                <a:spcPts val="0"/>
              </a:spcBef>
              <a:spcAft>
                <a:spcPts val="0"/>
              </a:spcAft>
              <a:buSzPts val="1600"/>
              <a:buChar char="●"/>
            </a:pPr>
            <a:r>
              <a:rPr lang="en" sz="1600">
                <a:hlinkClick r:id="rId3"/>
              </a:rPr>
              <a:t>Connection-level OAuth for Snowflake and Databricks</a:t>
            </a:r>
          </a:p>
          <a:p>
            <a:pPr indent="-330200" lvl="1" marL="457200" marR="419100" rtl="0" algn="l">
              <a:spcBef>
                <a:spcPts val="0"/>
              </a:spcBef>
              <a:spcAft>
                <a:spcPts val="0"/>
              </a:spcAft>
              <a:buSzPts val="1600"/>
              <a:buChar char="●"/>
            </a:pPr>
            <a:r>
              <a:rPr lang="en" sz="1600"/>
              <a:t>For Snowflake or Databricks connections, you can configure connection-level OAuth to manage role-based access control and data permissions in your data platform without reusing ...</a:t>
            </a:r>
          </a:p>
          <a:p>
            <a:pPr indent="-330200" lvl="1" marL="457200" marR="419100" rtl="0" algn="l">
              <a:spcBef>
                <a:spcPts val="0"/>
              </a:spcBef>
              <a:spcAft>
                <a:spcPts val="0"/>
              </a:spcAft>
              <a:buSzPts val="1600"/>
              <a:buChar char="●"/>
            </a:pPr>
            <a:r>
              <a:rPr lang="en" sz="1600"/>
              <a:t>Why it matters: This decouples authentication for the data platform from authentication to Sigma, giving administrators independent control over data permissions without sharing credentials acr...</a:t>
            </a:r>
          </a:p>
          <a:p>
            <a:pPr indent="-330200" lvl="0" marL="457200" marR="419100" rtl="0" algn="l">
              <a:spcBef>
                <a:spcPts val="0"/>
              </a:spcBef>
              <a:spcAft>
                <a:spcPts val="0"/>
              </a:spcAft>
              <a:buSzPts val="1600"/>
              <a:buChar char="●"/>
            </a:pPr>
            <a:r>
              <a:rPr lang="en" sz="1600">
                <a:hlinkClick r:id="rId4"/>
              </a:rPr>
              <a:t>Improved search functionality</a:t>
            </a:r>
          </a:p>
          <a:p>
            <a:pPr indent="-330200" lvl="1" marL="457200" marR="419100" rtl="0" algn="l">
              <a:spcBef>
                <a:spcPts val="0"/>
              </a:spcBef>
              <a:spcAft>
                <a:spcPts val="0"/>
              </a:spcAft>
              <a:buSzPts val="1600"/>
              <a:buChar char="●"/>
            </a:pPr>
            <a:r>
              <a:rPr lang="en" sz="1600"/>
              <a:t>If your organization configures an AI provider, Sigma provides enhanced global search performance using semantic search.</a:t>
            </a:r>
          </a:p>
          <a:p>
            <a:pPr indent="-330200" lvl="0" marL="457200" marR="419100" rtl="0" algn="l">
              <a:spcBef>
                <a:spcPts val="0"/>
              </a:spcBef>
              <a:spcAft>
                <a:spcPts val="0"/>
              </a:spcAft>
              <a:buSzPts val="1600"/>
              <a:buChar char="●"/>
            </a:pPr>
            <a:r>
              <a:rPr lang="en" sz="1600">
                <a:hlinkClick r:id="rId5"/>
              </a:rPr>
              <a:t>Set a tagged workbook as a custom homepage</a:t>
            </a:r>
          </a:p>
          <a:p>
            <a:pPr indent="-330200" lvl="1" marL="457200" marR="419100" rtl="0" algn="l">
              <a:spcBef>
                <a:spcPts val="0"/>
              </a:spcBef>
              <a:spcAft>
                <a:spcPts val="0"/>
              </a:spcAft>
              <a:buSzPts val="1600"/>
              <a:buChar char="●"/>
            </a:pPr>
            <a:r>
              <a:rPr lang="en" sz="1600"/>
              <a:t>You can now specify a tagged version of a workbook when assigning a custom homepage to a user or team.</a:t>
            </a:r>
          </a:p>
          <a:p>
            <a:pPr indent="-330200" lvl="0" marL="457200" marR="419100" rtl="0" algn="l">
              <a:spcBef>
                <a:spcPts val="0"/>
              </a:spcBef>
              <a:spcAft>
                <a:spcPts val="0"/>
              </a:spcAft>
              <a:buSzPts val="1600"/>
              <a:buChar char="●"/>
            </a:pPr>
            <a:r>
              <a:rPr lang="en" sz="1600">
                <a:hlinkClick r:id="rId6"/>
              </a:rPr>
              <a:t>Set variables on a Snowflake connection — Public Beta</a:t>
            </a:r>
          </a:p>
          <a:p>
            <a:pPr indent="-330200" lvl="1" marL="457200" marR="419100" rtl="0" algn="l">
              <a:spcBef>
                <a:spcPts val="0"/>
              </a:spcBef>
              <a:spcAft>
                <a:spcPts val="0"/>
              </a:spcAft>
              <a:buSzPts val="1600"/>
              <a:buChar char="●"/>
            </a:pPr>
            <a:r>
              <a:rPr lang="en" sz="1600"/>
              <a:t>You can now specify session variables on a Sigma connection to Snowflake. After being set up, the session variables are set for each query that Sigma runs in Snowflake.</a:t>
            </a:r>
          </a:p>
          <a:p>
            <a:pPr indent="-330200" lvl="1" marL="457200" marR="419100" rtl="0" algn="l">
              <a:spcBef>
                <a:spcPts val="0"/>
              </a:spcBef>
              <a:spcAft>
                <a:spcPts val="0"/>
              </a:spcAft>
              <a:buSzPts val="1600"/>
              <a:buChar char="●"/>
            </a:pPr>
            <a:r>
              <a:rPr lang="en" sz="1600"/>
              <a:t>Why it matters: Session variables let administrators enforce query context — such as cost centers, row-level security tags, or audit fields — at the connection level before any query runs. This...</a:t>
            </a:r>
          </a:p>
        </p:txBody>
      </p:sp>
      <p:sp>
        <p:nvSpPr>
          <p:cNvPr id="872" name="Google Shape;872;p167"/>
          <p:cNvSpPr txBox="1"/>
          <p:nvPr/>
        </p:nvSpPr>
        <p:spPr>
          <a:xfrm>
            <a:off x="1552050" y="3758575"/>
            <a:ext cx="7629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rgbClr val="292929"/>
              </a:solidFill>
              <a:latin typeface="DM Sans"/>
              <a:ea typeface="DM Sans"/>
              <a:cs typeface="DM Sans"/>
              <a:sym typeface="DM Sans"/>
            </a:endParaRPr>
          </a:p>
        </p:txBody>
      </p:sp>
      <p:sp>
        <p:nvSpPr>
          <p:cNvPr id="874" name="Google Shape;874;p167"/>
          <p:cNvSpPr txBox="1"/>
          <p:nvPr/>
        </p:nvSpPr>
        <p:spPr>
          <a:xfrm>
            <a:off x="6452400" y="1658050"/>
            <a:ext cx="1058400" cy="325800"/>
          </a:xfrm>
          <a:prstGeom prst="rect">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292929"/>
                </a:solidFill>
                <a:latin typeface="DM Sans"/>
                <a:ea typeface="DM Sans"/>
                <a:cs typeface="DM Sans"/>
                <a:sym typeface="DM Sans"/>
              </a:rPr>
              <a:t>Public Beta</a:t>
            </a:r>
            <a:endParaRPr sz="1200">
              <a:solidFill>
                <a:srgbClr val="292929"/>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70" name="Google Shape;870;p167"/>
          <p:cNvSpPr txBox="1"/>
          <p:nvPr>
            <p:ph type="title"/>
          </p:nvPr>
        </p:nvSpPr>
        <p:spPr>
          <a:xfrm>
            <a:off x="311700" y="457200"/>
            <a:ext cx="719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 Quick Hits</a:t>
            </a:r>
            <a:endParaRPr/>
          </a:p>
        </p:txBody>
      </p:sp>
      <p:sp>
        <p:nvSpPr>
          <p:cNvPr id="871" name="Google Shape;871;p167"/>
          <p:cNvSpPr txBox="1"/>
          <p:nvPr>
            <p:ph idx="1" type="body"/>
          </p:nvPr>
        </p:nvSpPr>
        <p:spPr>
          <a:xfrm>
            <a:off x="311700" y="1174075"/>
            <a:ext cx="8171100" cy="2903100"/>
          </a:xfrm>
          <a:prstGeom prst="rect">
            <a:avLst/>
          </a:prstGeom>
        </p:spPr>
        <p:txBody>
          <a:bodyPr anchorCtr="0" anchor="t" bIns="91425" lIns="91425" spcFirstLastPara="1" rIns="91425" wrap="square" tIns="91425">
            <a:noAutofit/>
          </a:bodyPr>
          <a:lstStyle/>
          <a:p>
            <a:pPr indent="-330200" lvl="0" marL="457200" marR="419100" rtl="0" algn="l">
              <a:spcBef>
                <a:spcPts val="0"/>
              </a:spcBef>
              <a:spcAft>
                <a:spcPts val="0"/>
              </a:spcAft>
              <a:buSzPts val="1600"/>
              <a:buChar char="●"/>
            </a:pPr>
            <a:endParaRPr sz="1600"/>
            <a:r>
              <a:rPr lang="en" sz="1600">
                <a:hlinkClick r:id="rId2"/>
              </a:rPr>
              <a:t>Snowflake AI Provider Model Update</a:t>
            </a:r>
          </a:p>
          <a:p>
            <a:pPr indent="-330200" lvl="1" marL="457200" marR="419100" rtl="0" algn="l">
              <a:spcBef>
                <a:spcPts val="0"/>
              </a:spcBef>
              <a:spcAft>
                <a:spcPts val="0"/>
              </a:spcAft>
              <a:buSzPts val="1600"/>
              <a:buChar char="●"/>
            </a:pPr>
            <a:r>
              <a:rPr lang="en" sz="1600"/>
              <a:t>AWS-hosted Snowflake connections now use `claude-sonnet-4-5` as the language model for Sigma Assistant.</a:t>
            </a:r>
          </a:p>
          <a:p>
            <a:pPr indent="-330200" lvl="0" marL="457200" marR="419100" rtl="0" algn="l">
              <a:spcBef>
                <a:spcPts val="0"/>
              </a:spcBef>
              <a:spcAft>
                <a:spcPts val="0"/>
              </a:spcAft>
              <a:buSzPts val="1600"/>
              <a:buChar char="●"/>
            </a:pPr>
            <a:r>
              <a:rPr lang="en" sz="1600">
                <a:hlinkClick r:id="rId3"/>
              </a:rPr>
              <a:t>Custom sort action</a:t>
            </a:r>
          </a:p>
          <a:p>
            <a:pPr indent="-330200" lvl="1" marL="457200" marR="419100" rtl="0" algn="l">
              <a:spcBef>
                <a:spcPts val="0"/>
              </a:spcBef>
              <a:spcAft>
                <a:spcPts val="0"/>
              </a:spcAft>
              <a:buSzPts val="1600"/>
              <a:buChar char="●"/>
            </a:pPr>
            <a:r>
              <a:rPr lang="en" sz="1600"/>
              <a:t>The `Custom sort action` is now generally available.</a:t>
            </a:r>
          </a:p>
        </p:txBody>
      </p:sp>
      <p:sp>
        <p:nvSpPr>
          <p:cNvPr id="872" name="Google Shape;872;p167"/>
          <p:cNvSpPr txBox="1"/>
          <p:nvPr/>
        </p:nvSpPr>
        <p:spPr>
          <a:xfrm>
            <a:off x="1552050" y="3758575"/>
            <a:ext cx="7629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rgbClr val="292929"/>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70" name="Google Shape;870;p167"/>
          <p:cNvSpPr txBox="1"/>
          <p:nvPr>
            <p:ph type="title"/>
          </p:nvPr>
        </p:nvSpPr>
        <p:spPr>
          <a:xfrm>
            <a:off x="311700" y="457200"/>
            <a:ext cx="719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API - Quick Hits</a:t>
            </a:r>
            <a:endParaRPr/>
          </a:p>
        </p:txBody>
      </p:sp>
      <p:sp>
        <p:nvSpPr>
          <p:cNvPr id="871" name="Google Shape;871;p167"/>
          <p:cNvSpPr txBox="1"/>
          <p:nvPr>
            <p:ph idx="1" type="body"/>
          </p:nvPr>
        </p:nvSpPr>
        <p:spPr>
          <a:xfrm>
            <a:off x="311700" y="1174075"/>
            <a:ext cx="8171100" cy="2903100"/>
          </a:xfrm>
          <a:prstGeom prst="rect">
            <a:avLst/>
          </a:prstGeom>
        </p:spPr>
        <p:txBody>
          <a:bodyPr anchorCtr="0" anchor="t" bIns="91425" lIns="91425" spcFirstLastPara="1" rIns="91425" wrap="square" tIns="91425">
            <a:noAutofit/>
          </a:bodyPr>
          <a:lstStyle/>
          <a:p>
            <a:pPr indent="-330200" lvl="0" marL="457200" marR="419100" rtl="0" algn="l">
              <a:spcBef>
                <a:spcPts val="0"/>
              </a:spcBef>
              <a:spcAft>
                <a:spcPts val="0"/>
              </a:spcAft>
              <a:buSzPts val="1600"/>
              <a:buChar char="●"/>
            </a:pPr>
            <a:endParaRPr sz="1600"/>
            <a:r>
              <a:rPr lang="en" sz="1600">
                <a:hlinkClick r:id="rId2"/>
              </a:rPr>
              <a:t>Advanced governance settings for API connectors</a:t>
            </a:r>
          </a:p>
          <a:p>
            <a:pPr indent="-330200" lvl="1" marL="457200" marR="419100" rtl="0" algn="l">
              <a:spcBef>
                <a:spcPts val="0"/>
              </a:spcBef>
              <a:spcAft>
                <a:spcPts val="0"/>
              </a:spcAft>
              <a:buSzPts val="1600"/>
              <a:buChar char="●"/>
            </a:pPr>
            <a:r>
              <a:rPr lang="en" sz="1600"/>
              <a:t>You can configure advanced settings for API connectors to manage rate limits, redirect rules, and retries.</a:t>
            </a:r>
          </a:p>
          <a:p>
            <a:pPr indent="-330200" lvl="0" marL="457200" marR="419100" rtl="0" algn="l">
              <a:spcBef>
                <a:spcPts val="0"/>
              </a:spcBef>
              <a:spcAft>
                <a:spcPts val="0"/>
              </a:spcAft>
              <a:buSzPts val="1600"/>
              <a:buChar char="●"/>
            </a:pPr>
            <a:r>
              <a:rPr lang="en" sz="1600"/>
              <a:t>Create and manage data models as code</a:t>
            </a:r>
          </a:p>
          <a:p>
            <a:pPr indent="-330200" lvl="1" marL="457200" marR="419100" rtl="0" algn="l">
              <a:spcBef>
                <a:spcPts val="0"/>
              </a:spcBef>
              <a:spcAft>
                <a:spcPts val="0"/>
              </a:spcAft>
              <a:buSzPts val="1600"/>
              <a:buChar char="●"/>
            </a:pPr>
            <a:r>
              <a:rPr lang="en" sz="1600"/>
              <a:t>You can create and manage data models programmatically using the Sigma API. The endpoints use a code representation of the data model to retrieve contents, make updates, and cre...</a:t>
            </a:r>
          </a:p>
          <a:p>
            <a:pPr indent="-330200" lvl="1" marL="457200" marR="419100" rtl="0" algn="l">
              <a:spcBef>
                <a:spcPts val="0"/>
              </a:spcBef>
              <a:spcAft>
                <a:spcPts val="0"/>
              </a:spcAft>
              <a:buSzPts val="1600"/>
              <a:buChar char="●"/>
            </a:pPr>
            <a:r>
              <a:rPr lang="en" sz="1600"/>
              <a:t>Why it matters: Data models can now be created and updated programmatically, enabling version-controlled, repeatable deployment workflows. Teams managing large or multi-environment Sigma deploy...</a:t>
            </a:r>
          </a:p>
          <a:p>
            <a:pPr indent="-330200" lvl="0" marL="457200" marR="419100" rtl="0" algn="l">
              <a:spcBef>
                <a:spcPts val="0"/>
              </a:spcBef>
              <a:spcAft>
                <a:spcPts val="0"/>
              </a:spcAft>
              <a:buSzPts val="1600"/>
              <a:buChar char="●"/>
            </a:pPr>
            <a:r>
              <a:rPr lang="en" sz="1600"/>
              <a:t>List scheduled exports for a user</a:t>
            </a:r>
          </a:p>
          <a:p>
            <a:pPr indent="-330200" lvl="1" marL="457200" marR="419100" rtl="0" algn="l">
              <a:spcBef>
                <a:spcPts val="0"/>
              </a:spcBef>
              <a:spcAft>
                <a:spcPts val="0"/>
              </a:spcAft>
              <a:buSzPts val="1600"/>
              <a:buChar char="●"/>
            </a:pPr>
            <a:r>
              <a:rPr lang="en" sz="1600"/>
              <a:t>The following endpoint to list all scheduled workbook and report exports owned by a specific user is now available:</a:t>
            </a:r>
          </a:p>
          <a:p>
            <a:pPr indent="-330200" lvl="0" marL="457200" marR="419100" rtl="0" algn="l">
              <a:spcBef>
                <a:spcPts val="0"/>
              </a:spcBef>
              <a:spcAft>
                <a:spcPts val="0"/>
              </a:spcAft>
              <a:buSzPts val="1600"/>
              <a:buChar char="●"/>
            </a:pPr>
            <a:r>
              <a:rPr lang="en" sz="1600">
                <a:hlinkClick r:id="rId3"/>
              </a:rPr>
              <a:t>List Warehouse Table Columns</a:t>
            </a:r>
          </a:p>
          <a:p>
            <a:pPr indent="-330200" lvl="1" marL="457200" marR="419100" rtl="0" algn="l">
              <a:spcBef>
                <a:spcPts val="0"/>
              </a:spcBef>
              <a:spcAft>
                <a:spcPts val="0"/>
              </a:spcAft>
              <a:buSzPts val="1600"/>
              <a:buChar char="●"/>
            </a:pPr>
            <a:r>
              <a:rPr lang="en" sz="1600"/>
              <a:t>A new endpoint, `GET v2/connections/tables/{tableId}/columns`, enables retrieval of column names, types, and details for data warehouse tables.</a:t>
            </a:r>
          </a:p>
          <a:p>
            <a:pPr indent="-330200" lvl="0" marL="457200" marR="419100" rtl="0" algn="l">
              <a:spcBef>
                <a:spcPts val="0"/>
              </a:spcBef>
              <a:spcAft>
                <a:spcPts val="0"/>
              </a:spcAft>
              <a:buSzPts val="1600"/>
              <a:buChar char="●"/>
            </a:pPr>
            <a:r>
              <a:rPr lang="en" sz="1600"/>
              <a:t>New query parameter for List data models endpoint</a:t>
            </a:r>
          </a:p>
          <a:p>
            <a:pPr indent="-330200" lvl="1" marL="457200" marR="419100" rtl="0" algn="l">
              <a:spcBef>
                <a:spcPts val="0"/>
              </a:spcBef>
              <a:spcAft>
                <a:spcPts val="0"/>
              </a:spcAft>
              <a:buSzPts val="1600"/>
              <a:buChar char="●"/>
            </a:pPr>
            <a:r>
              <a:rPr lang="en" sz="1600"/>
              <a:t>The List data models (GET v2/dataModels) endpoint now includes the skipPermissionCheck query parameter. When set to true, this parameter allows the API client to return all data...</a:t>
            </a:r>
          </a:p>
        </p:txBody>
      </p:sp>
      <p:sp>
        <p:nvSpPr>
          <p:cNvPr id="872" name="Google Shape;872;p167"/>
          <p:cNvSpPr txBox="1"/>
          <p:nvPr/>
        </p:nvSpPr>
        <p:spPr>
          <a:xfrm>
            <a:off x="1552050" y="3758575"/>
            <a:ext cx="7629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rgbClr val="292929"/>
              </a:solidFill>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70" name="Google Shape;870;p167"/>
          <p:cNvSpPr txBox="1"/>
          <p:nvPr>
            <p:ph type="title"/>
          </p:nvPr>
        </p:nvSpPr>
        <p:spPr>
          <a:xfrm>
            <a:off x="311700" y="457200"/>
            <a:ext cx="719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Charts - Quick Hits</a:t>
            </a:r>
            <a:endParaRPr/>
          </a:p>
        </p:txBody>
      </p:sp>
      <p:sp>
        <p:nvSpPr>
          <p:cNvPr id="871" name="Google Shape;871;p167"/>
          <p:cNvSpPr txBox="1"/>
          <p:nvPr>
            <p:ph idx="1" type="body"/>
          </p:nvPr>
        </p:nvSpPr>
        <p:spPr>
          <a:xfrm>
            <a:off x="311700" y="1174075"/>
            <a:ext cx="8171100" cy="2903100"/>
          </a:xfrm>
          <a:prstGeom prst="rect">
            <a:avLst/>
          </a:prstGeom>
        </p:spPr>
        <p:txBody>
          <a:bodyPr anchorCtr="0" anchor="t" bIns="91425" lIns="91425" spcFirstLastPara="1" rIns="91425" wrap="square" tIns="91425">
            <a:noAutofit/>
          </a:bodyPr>
          <a:lstStyle/>
          <a:p>
            <a:pPr indent="-330200" lvl="0" marL="457200" marR="419100" rtl="0" algn="l">
              <a:spcBef>
                <a:spcPts val="0"/>
              </a:spcBef>
              <a:spcAft>
                <a:spcPts val="0"/>
              </a:spcAft>
              <a:buSzPts val="1600"/>
              <a:buChar char="●"/>
            </a:pPr>
            <a:endParaRPr sz="1600"/>
            <a:r>
              <a:rPr lang="en" sz="1600">
                <a:hlinkClick r:id="rId2"/>
              </a:rPr>
              <a:t>Chart Background Images — Public Beta</a:t>
            </a:r>
          </a:p>
          <a:p>
            <a:pPr indent="-330200" lvl="1" marL="457200" marR="419100" rtl="0" algn="l">
              <a:spcBef>
                <a:spcPts val="0"/>
              </a:spcBef>
              <a:spcAft>
                <a:spcPts val="0"/>
              </a:spcAft>
              <a:buSzPts val="1600"/>
              <a:buChar char="●"/>
            </a:pPr>
            <a:r>
              <a:rPr lang="en" sz="1600"/>
              <a:t>Cartesian charts — including bar, line, scatter, area, waterfall, box/whisker, and combo charts — now support background image configuration. Images can be set via file upload o...</a:t>
            </a:r>
          </a:p>
          <a:p>
            <a:pPr indent="-330200" lvl="0" marL="457200" marR="419100" rtl="0" algn="l">
              <a:spcBef>
                <a:spcPts val="0"/>
              </a:spcBef>
              <a:spcAft>
                <a:spcPts val="0"/>
              </a:spcAft>
              <a:buSzPts val="1600"/>
              <a:buChar char="●"/>
            </a:pPr>
            <a:r>
              <a:rPr lang="en" sz="1600"/>
              <a:t>Change legend position in map elements</a:t>
            </a:r>
          </a:p>
          <a:p>
            <a:pPr indent="-330200" lvl="1" marL="457200" marR="419100" rtl="0" algn="l">
              <a:spcBef>
                <a:spcPts val="0"/>
              </a:spcBef>
              <a:spcAft>
                <a:spcPts val="0"/>
              </a:spcAft>
              <a:buSzPts val="1600"/>
              <a:buChar char="●"/>
            </a:pPr>
            <a:r>
              <a:rPr lang="en" sz="1600"/>
              <a:t>You can now choose the location of the legend on a map.</a:t>
            </a:r>
          </a:p>
          <a:p>
            <a:pPr indent="-330200" lvl="0" marL="457200" marR="419100" rtl="0" algn="l">
              <a:spcBef>
                <a:spcPts val="0"/>
              </a:spcBef>
              <a:spcAft>
                <a:spcPts val="0"/>
              </a:spcAft>
              <a:buSzPts val="1600"/>
              <a:buChar char="●"/>
            </a:pPr>
            <a:r>
              <a:rPr lang="en" sz="1600"/>
              <a:t>Control pan and zoom for maps</a:t>
            </a:r>
          </a:p>
          <a:p>
            <a:pPr indent="-330200" lvl="1" marL="457200" marR="419100" rtl="0" algn="l">
              <a:spcBef>
                <a:spcPts val="0"/>
              </a:spcBef>
              <a:spcAft>
                <a:spcPts val="0"/>
              </a:spcAft>
              <a:buSzPts val="1600"/>
              <a:buChar char="●"/>
            </a:pPr>
            <a:r>
              <a:rPr lang="en" sz="1600"/>
              <a:t>You can now choose whether to allow pan and zoom for maps. Select the `Allow pan and zoom` checkbox under `Format` &gt; `Map` style to allow users to freely pan and zoom, or clear ...</a:t>
            </a:r>
          </a:p>
          <a:p>
            <a:pPr indent="-330200" lvl="0" marL="457200" marR="419100" rtl="0" algn="l">
              <a:spcBef>
                <a:spcPts val="0"/>
              </a:spcBef>
              <a:spcAft>
                <a:spcPts val="0"/>
              </a:spcAft>
              <a:buSzPts val="1600"/>
              <a:buChar char="●"/>
            </a:pPr>
            <a:r>
              <a:rPr lang="en" sz="1600"/>
              <a:t>Customize data label display for bar charts</a:t>
            </a:r>
          </a:p>
          <a:p>
            <a:pPr indent="-330200" lvl="1" marL="457200" marR="419100" rtl="0" algn="l">
              <a:spcBef>
                <a:spcPts val="0"/>
              </a:spcBef>
              <a:spcAft>
                <a:spcPts val="0"/>
              </a:spcAft>
              <a:buSzPts val="1600"/>
              <a:buChar char="●"/>
            </a:pPr>
            <a:r>
              <a:rPr lang="en" sz="1600"/>
              <a:t>If you add a custom data label to a stacked bar chart, you can now choose to display the label as the value for the entire bar, the value for the individual segment, or both.</a:t>
            </a:r>
          </a:p>
          <a:p>
            <a:pPr indent="-330200" lvl="0" marL="457200" marR="419100" rtl="0" algn="l">
              <a:spcBef>
                <a:spcPts val="0"/>
              </a:spcBef>
              <a:spcAft>
                <a:spcPts val="0"/>
              </a:spcAft>
              <a:buSzPts val="1600"/>
              <a:buChar char="●"/>
            </a:pPr>
            <a:r>
              <a:rPr lang="en" sz="1600">
                <a:hlinkClick r:id="rId3"/>
              </a:rPr>
              <a:t>Set chart axis range dynamically</a:t>
            </a:r>
          </a:p>
          <a:p>
            <a:pPr indent="-330200" lvl="1" marL="457200" marR="419100" rtl="0" algn="l">
              <a:spcBef>
                <a:spcPts val="0"/>
              </a:spcBef>
              <a:spcAft>
                <a:spcPts val="0"/>
              </a:spcAft>
              <a:buSzPts val="1600"/>
              <a:buChar char="●"/>
            </a:pPr>
            <a:r>
              <a:rPr lang="en" sz="1600"/>
              <a:t>You can now set a maximum or minimum range for a chart axis dynamically using a formula that references columns or controls in your workbook or report.</a:t>
            </a:r>
          </a:p>
        </p:txBody>
      </p:sp>
      <p:sp>
        <p:nvSpPr>
          <p:cNvPr id="872" name="Google Shape;872;p167"/>
          <p:cNvSpPr txBox="1"/>
          <p:nvPr/>
        </p:nvSpPr>
        <p:spPr>
          <a:xfrm>
            <a:off x="1552050" y="3758575"/>
            <a:ext cx="7629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rgbClr val="292929"/>
              </a:solidFill>
              <a:latin typeface="DM Sans"/>
              <a:ea typeface="DM Sans"/>
              <a:cs typeface="DM Sans"/>
              <a:sym typeface="DM Sans"/>
            </a:endParaRPr>
          </a:p>
        </p:txBody>
      </p:sp>
      <p:sp>
        <p:nvSpPr>
          <p:cNvPr id="874" name="Google Shape;874;p167"/>
          <p:cNvSpPr txBox="1"/>
          <p:nvPr/>
        </p:nvSpPr>
        <p:spPr>
          <a:xfrm>
            <a:off x="6452400" y="1658050"/>
            <a:ext cx="1058400" cy="325800"/>
          </a:xfrm>
          <a:prstGeom prst="rect">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292929"/>
                </a:solidFill>
                <a:latin typeface="DM Sans"/>
                <a:ea typeface="DM Sans"/>
                <a:cs typeface="DM Sans"/>
                <a:sym typeface="DM Sans"/>
              </a:rPr>
              <a:t>Public Beta</a:t>
            </a:r>
            <a:endParaRPr sz="1200">
              <a:solidFill>
                <a:srgbClr val="292929"/>
              </a:solidFill>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70" name="Google Shape;870;p167"/>
          <p:cNvSpPr txBox="1"/>
          <p:nvPr>
            <p:ph type="title"/>
          </p:nvPr>
        </p:nvSpPr>
        <p:spPr>
          <a:xfrm>
            <a:off x="311700" y="457200"/>
            <a:ext cx="719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&amp; Modeling - Quick Hits</a:t>
            </a:r>
            <a:endParaRPr/>
          </a:p>
        </p:txBody>
      </p:sp>
      <p:sp>
        <p:nvSpPr>
          <p:cNvPr id="871" name="Google Shape;871;p167"/>
          <p:cNvSpPr txBox="1"/>
          <p:nvPr>
            <p:ph idx="1" type="body"/>
          </p:nvPr>
        </p:nvSpPr>
        <p:spPr>
          <a:xfrm>
            <a:off x="311700" y="1174075"/>
            <a:ext cx="8171100" cy="2903100"/>
          </a:xfrm>
          <a:prstGeom prst="rect">
            <a:avLst/>
          </a:prstGeom>
        </p:spPr>
        <p:txBody>
          <a:bodyPr anchorCtr="0" anchor="t" bIns="91425" lIns="91425" spcFirstLastPara="1" rIns="91425" wrap="square" tIns="91425">
            <a:noAutofit/>
          </a:bodyPr>
          <a:lstStyle/>
          <a:p>
            <a:pPr indent="-330200" lvl="0" marL="457200" marR="419100" rtl="0" algn="l">
              <a:spcBef>
                <a:spcPts val="0"/>
              </a:spcBef>
              <a:spcAft>
                <a:spcPts val="0"/>
              </a:spcAft>
              <a:buSzPts val="1600"/>
              <a:buChar char="●"/>
            </a:pPr>
            <a:endParaRPr sz="1600"/>
            <a:r>
              <a:rPr lang="en" sz="1600">
                <a:hlinkClick r:id="rId2"/>
              </a:rPr>
              <a:t>Add AI context to data models — Public Beta</a:t>
            </a:r>
          </a:p>
          <a:p>
            <a:pPr indent="-330200" lvl="1" marL="457200" marR="419100" rtl="0" algn="l">
              <a:spcBef>
                <a:spcPts val="0"/>
              </a:spcBef>
              <a:spcAft>
                <a:spcPts val="0"/>
              </a:spcAft>
              <a:buSzPts val="1600"/>
              <a:buChar char="●"/>
            </a:pPr>
            <a:r>
              <a:rPr lang="en" sz="1600"/>
              <a:t>You can now add AI context to a data model to help Sigma Assistant better understand how to use your data model as a data source. Adding AI context to a data model can help impr...</a:t>
            </a:r>
          </a:p>
          <a:p>
            <a:pPr indent="-330200" lvl="0" marL="457200" marR="419100" rtl="0" algn="l">
              <a:spcBef>
                <a:spcPts val="0"/>
              </a:spcBef>
              <a:spcAft>
                <a:spcPts val="0"/>
              </a:spcAft>
              <a:buSzPts val="1600"/>
              <a:buChar char="●"/>
            </a:pPr>
            <a:r>
              <a:rPr lang="en" sz="1600"/>
              <a:t>Swap data model sources when accepting a shared template</a:t>
            </a:r>
          </a:p>
          <a:p>
            <a:pPr indent="-330200" lvl="1" marL="457200" marR="419100" rtl="0" algn="l">
              <a:spcBef>
                <a:spcPts val="0"/>
              </a:spcBef>
              <a:spcAft>
                <a:spcPts val="0"/>
              </a:spcAft>
              <a:buSzPts val="1600"/>
              <a:buChar char="●"/>
            </a:pPr>
            <a:r>
              <a:rPr lang="en" sz="1600"/>
              <a:t>Data models used as sources in a shared template are now available to be swapped when you accept a template shared with your organization.</a:t>
            </a:r>
          </a:p>
          <a:p>
            <a:pPr indent="-330200" lvl="0" marL="457200" marR="419100" rtl="0" algn="l">
              <a:spcBef>
                <a:spcPts val="0"/>
              </a:spcBef>
              <a:spcAft>
                <a:spcPts val="0"/>
              </a:spcAft>
              <a:buSzPts val="1600"/>
              <a:buChar char="●"/>
            </a:pPr>
            <a:r>
              <a:rPr lang="en" sz="1600"/>
              <a:t>Databricks Variant Data Type</a:t>
            </a:r>
          </a:p>
          <a:p>
            <a:pPr indent="-330200" lvl="1" marL="457200" marR="419100" rtl="0" algn="l">
              <a:spcBef>
                <a:spcPts val="0"/>
              </a:spcBef>
              <a:spcAft>
                <a:spcPts val="0"/>
              </a:spcAft>
              <a:buSzPts val="1600"/>
              <a:buChar char="●"/>
            </a:pPr>
            <a:r>
              <a:rPr lang="en" sz="1600"/>
              <a:t>Sigma now natively supports the Databricks Variant data type, enabling handling of arrays and JSON structures using Variant, JSON, and Array functions.</a:t>
            </a:r>
          </a:p>
          <a:p>
            <a:pPr indent="-330200" lvl="0" marL="457200" marR="419100" rtl="0" algn="l">
              <a:spcBef>
                <a:spcPts val="0"/>
              </a:spcBef>
              <a:spcAft>
                <a:spcPts val="0"/>
              </a:spcAft>
              <a:buSzPts val="1600"/>
              <a:buChar char="●"/>
            </a:pPr>
            <a:r>
              <a:rPr lang="en" sz="1600">
                <a:hlinkClick r:id="rId3"/>
              </a:rPr>
              <a:t>System Functions in Custom SQL</a:t>
            </a:r>
          </a:p>
          <a:p>
            <a:pPr indent="-330200" lvl="1" marL="457200" marR="419100" rtl="0" algn="l">
              <a:spcBef>
                <a:spcPts val="0"/>
              </a:spcBef>
              <a:spcAft>
                <a:spcPts val="0"/>
              </a:spcAft>
              <a:buSzPts val="1600"/>
              <a:buChar char="●"/>
            </a:pPr>
            <a:r>
              <a:rPr lang="en" sz="1600"/>
              <a:t>System functions are now accessible via the `#formula` directive in custom SQL, returning workbook context information such as username, email, and timestamp.</a:t>
            </a:r>
          </a:p>
          <a:p>
            <a:pPr indent="-330200" lvl="0" marL="457200" marR="419100" rtl="0" algn="l">
              <a:spcBef>
                <a:spcPts val="0"/>
              </a:spcBef>
              <a:spcAft>
                <a:spcPts val="0"/>
              </a:spcAft>
              <a:buSzPts val="1600"/>
              <a:buChar char="●"/>
            </a:pPr>
            <a:r>
              <a:rPr lang="en" sz="1600"/>
              <a:t>Copy input table data to tenant organizations — Public Beta</a:t>
            </a:r>
          </a:p>
          <a:p>
            <a:pPr indent="-330200" lvl="1" marL="457200" marR="419100" rtl="0" algn="l">
              <a:spcBef>
                <a:spcPts val="0"/>
              </a:spcBef>
              <a:spcAft>
                <a:spcPts val="0"/>
              </a:spcAft>
              <a:buSzPts val="1600"/>
              <a:buChar char="●"/>
            </a:pPr>
            <a:r>
              <a:rPr lang="en" sz="1600"/>
              <a:t>When deploying documents to tenant organizations, you can now choose to include the data from input tables in the deployed document.</a:t>
            </a:r>
          </a:p>
        </p:txBody>
      </p:sp>
      <p:sp>
        <p:nvSpPr>
          <p:cNvPr id="872" name="Google Shape;872;p167"/>
          <p:cNvSpPr txBox="1"/>
          <p:nvPr/>
        </p:nvSpPr>
        <p:spPr>
          <a:xfrm>
            <a:off x="1552050" y="3758575"/>
            <a:ext cx="7629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rgbClr val="292929"/>
              </a:solidFill>
              <a:latin typeface="DM Sans"/>
              <a:ea typeface="DM Sans"/>
              <a:cs typeface="DM Sans"/>
              <a:sym typeface="DM Sans"/>
            </a:endParaRPr>
          </a:p>
        </p:txBody>
      </p:sp>
      <p:sp>
        <p:nvSpPr>
          <p:cNvPr id="874" name="Google Shape;874;p167"/>
          <p:cNvSpPr txBox="1"/>
          <p:nvPr/>
        </p:nvSpPr>
        <p:spPr>
          <a:xfrm>
            <a:off x="6452400" y="1658050"/>
            <a:ext cx="1058400" cy="325800"/>
          </a:xfrm>
          <a:prstGeom prst="rect">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292929"/>
                </a:solidFill>
                <a:latin typeface="DM Sans"/>
                <a:ea typeface="DM Sans"/>
                <a:cs typeface="DM Sans"/>
                <a:sym typeface="DM Sans"/>
              </a:rPr>
              <a:t>Public Beta</a:t>
            </a:r>
            <a:endParaRPr sz="1200">
              <a:solidFill>
                <a:srgbClr val="292929"/>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70" name="Google Shape;870;p167"/>
          <p:cNvSpPr txBox="1"/>
          <p:nvPr>
            <p:ph type="title"/>
          </p:nvPr>
        </p:nvSpPr>
        <p:spPr>
          <a:xfrm>
            <a:off x="311700" y="457200"/>
            <a:ext cx="719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Platform - Quick Hits</a:t>
            </a:r>
            <a:endParaRPr/>
          </a:p>
        </p:txBody>
      </p:sp>
      <p:sp>
        <p:nvSpPr>
          <p:cNvPr id="871" name="Google Shape;871;p167"/>
          <p:cNvSpPr txBox="1"/>
          <p:nvPr>
            <p:ph idx="1" type="body"/>
          </p:nvPr>
        </p:nvSpPr>
        <p:spPr>
          <a:xfrm>
            <a:off x="311700" y="1174075"/>
            <a:ext cx="8171100" cy="2903100"/>
          </a:xfrm>
          <a:prstGeom prst="rect">
            <a:avLst/>
          </a:prstGeom>
        </p:spPr>
        <p:txBody>
          <a:bodyPr anchorCtr="0" anchor="t" bIns="91425" lIns="91425" spcFirstLastPara="1" rIns="91425" wrap="square" tIns="91425">
            <a:noAutofit/>
          </a:bodyPr>
          <a:lstStyle/>
          <a:p>
            <a:pPr indent="-330200" lvl="0" marL="457200" marR="419100" rtl="0" algn="l">
              <a:spcBef>
                <a:spcPts val="0"/>
              </a:spcBef>
              <a:spcAft>
                <a:spcPts val="0"/>
              </a:spcAft>
              <a:buSzPts val="1600"/>
              <a:buChar char="●"/>
            </a:pPr>
            <a:endParaRPr sz="1600"/>
            <a:r>
              <a:rPr lang="en" sz="1600">
                <a:hlinkClick r:id="rId2"/>
              </a:rPr>
              <a:t>New Embed URL Parameter: hide_save_as</a:t>
            </a:r>
          </a:p>
          <a:p>
            <a:pPr indent="-330200" lvl="1" marL="457200" marR="419100" rtl="0" algn="l">
              <a:spcBef>
                <a:spcPts val="0"/>
              </a:spcBef>
              <a:spcAft>
                <a:spcPts val="0"/>
              </a:spcAft>
              <a:buSzPts val="1600"/>
              <a:buChar char="●"/>
            </a:pPr>
            <a:r>
              <a:rPr lang="en" sz="1600"/>
              <a:t>A new URL parameter, `:hide_save_as`, hides the `Save As` option in embedded content.</a:t>
            </a:r>
          </a:p>
          <a:p>
            <a:pPr indent="-330200" lvl="0" marL="457200" marR="419100" rtl="0" algn="l">
              <a:spcBef>
                <a:spcPts val="0"/>
              </a:spcBef>
              <a:spcAft>
                <a:spcPts val="0"/>
              </a:spcAft>
              <a:buSzPts val="1600"/>
              <a:buChar char="●"/>
            </a:pPr>
            <a:r>
              <a:rPr lang="en" sz="1600">
                <a:hlinkClick r:id="rId3"/>
              </a:rPr>
              <a:t>AWS signature V4 authentication for API connectors</a:t>
            </a:r>
          </a:p>
          <a:p>
            <a:pPr indent="-330200" lvl="1" marL="457200" marR="419100" rtl="0" algn="l">
              <a:spcBef>
                <a:spcPts val="0"/>
              </a:spcBef>
              <a:spcAft>
                <a:spcPts val="0"/>
              </a:spcAft>
              <a:buSzPts val="1600"/>
              <a:buChar char="●"/>
            </a:pPr>
            <a:r>
              <a:rPr lang="en" sz="1600"/>
              <a:t>API connectors now support the AWS signature V4 authentication method.</a:t>
            </a:r>
          </a:p>
        </p:txBody>
      </p:sp>
      <p:sp>
        <p:nvSpPr>
          <p:cNvPr id="872" name="Google Shape;872;p167"/>
          <p:cNvSpPr txBox="1"/>
          <p:nvPr/>
        </p:nvSpPr>
        <p:spPr>
          <a:xfrm>
            <a:off x="1552050" y="3758575"/>
            <a:ext cx="7629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rgbClr val="292929"/>
              </a:solidFill>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70" name="Google Shape;870;p167"/>
          <p:cNvSpPr txBox="1"/>
          <p:nvPr>
            <p:ph type="title"/>
          </p:nvPr>
        </p:nvSpPr>
        <p:spPr>
          <a:xfrm>
            <a:off x="311700" y="457200"/>
            <a:ext cx="719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Workbooks - Quick Hits</a:t>
            </a:r>
            <a:endParaRPr/>
          </a:p>
        </p:txBody>
      </p:sp>
      <p:sp>
        <p:nvSpPr>
          <p:cNvPr id="871" name="Google Shape;871;p167"/>
          <p:cNvSpPr txBox="1"/>
          <p:nvPr>
            <p:ph idx="1" type="body"/>
          </p:nvPr>
        </p:nvSpPr>
        <p:spPr>
          <a:xfrm>
            <a:off x="311700" y="1174075"/>
            <a:ext cx="8171100" cy="2903100"/>
          </a:xfrm>
          <a:prstGeom prst="rect">
            <a:avLst/>
          </a:prstGeom>
        </p:spPr>
        <p:txBody>
          <a:bodyPr anchorCtr="0" anchor="t" bIns="91425" lIns="91425" spcFirstLastPara="1" rIns="91425" wrap="square" tIns="91425">
            <a:noAutofit/>
          </a:bodyPr>
          <a:lstStyle/>
          <a:p>
            <a:pPr indent="-330200" lvl="0" marL="457200" marR="419100" rtl="0" algn="l">
              <a:spcBef>
                <a:spcPts val="0"/>
              </a:spcBef>
              <a:spcAft>
                <a:spcPts val="0"/>
              </a:spcAft>
              <a:buSzPts val="1600"/>
              <a:buChar char="●"/>
            </a:pPr>
            <a:endParaRPr sz="1600"/>
            <a:r>
              <a:rPr lang="en" sz="1600">
                <a:hlinkClick r:id="rId2"/>
              </a:rPr>
              <a:t>Add Control from Column</a:t>
            </a:r>
          </a:p>
          <a:p>
            <a:pPr indent="-330200" lvl="1" marL="457200" marR="419100" rtl="0" algn="l">
              <a:spcBef>
                <a:spcPts val="0"/>
              </a:spcBef>
              <a:spcAft>
                <a:spcPts val="0"/>
              </a:spcAft>
              <a:buSzPts val="1600"/>
              <a:buChar char="●"/>
            </a:pPr>
            <a:r>
              <a:rPr lang="en" sz="1600"/>
              <a:t>Right-clicking a column name now surfaces an `Add control` option, streamlining control creation directly from the column context menu.</a:t>
            </a:r>
          </a:p>
          <a:p>
            <a:pPr indent="-330200" lvl="0" marL="457200" marR="419100" rtl="0" algn="l">
              <a:spcBef>
                <a:spcPts val="0"/>
              </a:spcBef>
              <a:spcAft>
                <a:spcPts val="0"/>
              </a:spcAft>
              <a:buSzPts val="1600"/>
              <a:buChar char="●"/>
            </a:pPr>
            <a:r>
              <a:rPr lang="en" sz="1600">
                <a:hlinkClick r:id="rId3"/>
              </a:rPr>
              <a:t>Automatically scale column width to the size of your table element</a:t>
            </a:r>
          </a:p>
          <a:p>
            <a:pPr indent="-330200" lvl="1" marL="457200" marR="419100" rtl="0" algn="l">
              <a:spcBef>
                <a:spcPts val="0"/>
              </a:spcBef>
              <a:spcAft>
                <a:spcPts val="0"/>
              </a:spcAft>
              <a:buSzPts val="1600"/>
              <a:buChar char="●"/>
            </a:pPr>
            <a:r>
              <a:rPr lang="en" sz="1600"/>
              <a:t>You can now configure columns to automatically scale to the size of your table element with the `Autofit columns` option.</a:t>
            </a:r>
          </a:p>
          <a:p>
            <a:pPr indent="-330200" lvl="0" marL="457200" marR="419100" rtl="0" algn="l">
              <a:spcBef>
                <a:spcPts val="0"/>
              </a:spcBef>
              <a:spcAft>
                <a:spcPts val="0"/>
              </a:spcAft>
              <a:buSzPts val="1600"/>
              <a:buChar char="●"/>
            </a:pPr>
            <a:r>
              <a:rPr lang="en" sz="1600">
                <a:hlinkClick r:id="rId4"/>
              </a:rPr>
              <a:t>Dynamic Column Aliases — Public Beta</a:t>
            </a:r>
          </a:p>
          <a:p>
            <a:pPr indent="-330200" lvl="1" marL="457200" marR="419100" rtl="0" algn="l">
              <a:spcBef>
                <a:spcPts val="0"/>
              </a:spcBef>
              <a:spcAft>
                <a:spcPts val="0"/>
              </a:spcAft>
              <a:buSzPts val="1600"/>
              <a:buChar char="●"/>
            </a:pPr>
            <a:r>
              <a:rPr lang="en" sz="1600"/>
              <a:t>Control values can now be used to create dynamic column aliases via the `#identifier` directive in SQL, enabling formula-based column naming.</a:t>
            </a:r>
          </a:p>
          <a:p>
            <a:pPr indent="-330200" lvl="0" marL="457200" marR="419100" rtl="0" algn="l">
              <a:spcBef>
                <a:spcPts val="0"/>
              </a:spcBef>
              <a:spcAft>
                <a:spcPts val="0"/>
              </a:spcAft>
              <a:buSzPts val="1600"/>
              <a:buChar char="●"/>
            </a:pPr>
            <a:r>
              <a:rPr lang="en" sz="1600">
                <a:hlinkClick r:id="rId5"/>
              </a:rPr>
              <a:t>Value list</a:t>
            </a:r>
          </a:p>
          <a:p>
            <a:pPr indent="-330200" lvl="1" marL="457200" marR="419100" rtl="0" algn="l">
              <a:spcBef>
                <a:spcPts val="0"/>
              </a:spcBef>
              <a:spcAft>
                <a:spcPts val="0"/>
              </a:spcAft>
              <a:buSzPts val="1600"/>
              <a:buChar char="●"/>
            </a:pPr>
            <a:r>
              <a:rPr lang="en" sz="1600"/>
              <a:t>Add a value list element to create an organized display of details from a data source.</a:t>
            </a:r>
          </a:p>
        </p:txBody>
      </p:sp>
      <p:sp>
        <p:nvSpPr>
          <p:cNvPr id="872" name="Google Shape;872;p167"/>
          <p:cNvSpPr txBox="1"/>
          <p:nvPr/>
        </p:nvSpPr>
        <p:spPr>
          <a:xfrm>
            <a:off x="1552050" y="3758575"/>
            <a:ext cx="7629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rgbClr val="292929"/>
              </a:solidFill>
              <a:latin typeface="DM Sans"/>
              <a:ea typeface="DM Sans"/>
              <a:cs typeface="DM Sans"/>
              <a:sym typeface="DM Sans"/>
            </a:endParaRPr>
          </a:p>
        </p:txBody>
      </p:sp>
      <p:sp>
        <p:nvSpPr>
          <p:cNvPr id="874" name="Google Shape;874;p167"/>
          <p:cNvSpPr txBox="1"/>
          <p:nvPr/>
        </p:nvSpPr>
        <p:spPr>
          <a:xfrm>
            <a:off x="6452400" y="1658050"/>
            <a:ext cx="1058400" cy="325800"/>
          </a:xfrm>
          <a:prstGeom prst="rect">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292929"/>
                </a:solidFill>
                <a:latin typeface="DM Sans"/>
                <a:ea typeface="DM Sans"/>
                <a:cs typeface="DM Sans"/>
                <a:sym typeface="DM Sans"/>
              </a:rPr>
              <a:t>Public Beta</a:t>
            </a:r>
            <a:endParaRPr sz="1200">
              <a:solidFill>
                <a:srgbClr val="292929"/>
              </a:solidFill>
              <a:latin typeface="DM Sans"/>
              <a:ea typeface="DM Sans"/>
              <a:cs typeface="DM Sans"/>
              <a:sym typeface="DM Sans"/>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79" name="Google Shape;879;p168"/>
          <p:cNvSpPr txBox="1"/>
          <p:nvPr>
            <p:ph type="title"/>
          </p:nvPr>
        </p:nvSpPr>
        <p:spPr>
          <a:xfrm>
            <a:off x="311700" y="457200"/>
            <a:ext cx="719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QuickStarts in April</a:t>
            </a:r>
            <a:endParaRPr/>
          </a:p>
        </p:txBody>
      </p:sp>
      <p:sp>
        <p:nvSpPr>
          <p:cNvPr id="880" name="Google Shape;880;p168"/>
          <p:cNvSpPr txBox="1"/>
          <p:nvPr>
            <p:ph idx="1" type="body"/>
          </p:nvPr>
        </p:nvSpPr>
        <p:spPr>
          <a:xfrm>
            <a:off x="311700" y="1174075"/>
            <a:ext cx="8171100" cy="2903100"/>
          </a:xfrm>
          <a:prstGeom prst="rect">
            <a:avLst/>
          </a:prstGeom>
        </p:spPr>
        <p:txBody>
          <a:bodyPr anchorCtr="0" anchor="t" bIns="91425" lIns="91425" spcFirstLastPara="1" rIns="91425" wrap="square" tIns="91425">
            <a:noAutofit/>
          </a:bodyPr>
          <a:lstStyle/>
          <a:p>
            <a:pPr indent="-330200" lvl="0" marL="457200" marR="419100" rtl="0" algn="l">
              <a:spcBef>
                <a:spcPts val="0"/>
              </a:spcBef>
              <a:spcAft>
                <a:spcPts val="0"/>
              </a:spcAft>
              <a:buSzPts val="1600"/>
              <a:buChar char="●"/>
            </a:pPr>
            <a:endParaRPr sz="1600"/>
            <a:r>
              <a:rPr lang="en" sz="1600">
                <a:hlinkClick r:id="rId2"/>
              </a:rPr>
              <a:t>Natural Language Analytics with Claude and Sigma</a:t>
            </a:r>
          </a:p>
          <a:p>
            <a:pPr indent="-330200" lvl="0" marL="457200" marR="419100" rtl="0" algn="l">
              <a:spcBef>
                <a:spcPts val="0"/>
              </a:spcBef>
              <a:spcAft>
                <a:spcPts val="0"/>
              </a:spcAft>
              <a:buSzPts val="1600"/>
              <a:buChar char="●"/>
            </a:pPr>
            <a:r>
              <a:rPr lang="en" sz="1600">
                <a:hlinkClick r:id="rId3"/>
              </a:rPr>
              <a:t>Reshaping Data with Transpose Tables</a:t>
            </a:r>
          </a:p>
          <a:p>
            <a:pPr indent="-330200" lvl="0" marL="457200" marR="419100" rtl="0" algn="l">
              <a:spcBef>
                <a:spcPts val="0"/>
              </a:spcBef>
              <a:spcAft>
                <a:spcPts val="0"/>
              </a:spcAft>
              <a:buSzPts val="1600"/>
              <a:buChar char="●"/>
            </a:pPr>
            <a:r>
              <a:rPr lang="en" sz="1600">
                <a:hlinkClick r:id="rId4"/>
              </a:rPr>
              <a:t>Scheduling Sigma Insights to Slack</a:t>
            </a:r>
          </a:p>
        </p:txBody>
      </p:sp>
      <p:sp>
        <p:nvSpPr>
          <p:cNvPr id="881" name="Google Shape;881;p168"/>
          <p:cNvSpPr txBox="1"/>
          <p:nvPr/>
        </p:nvSpPr>
        <p:spPr>
          <a:xfrm>
            <a:off x="1552050" y="3758575"/>
            <a:ext cx="7629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rgbClr val="292929"/>
              </a:solidFill>
              <a:latin typeface="DM Sans"/>
              <a:ea typeface="DM Sans"/>
              <a:cs typeface="DM Sans"/>
              <a:sym typeface="DM Sans"/>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86" name="Google Shape;886;p169"/>
          <p:cNvSpPr txBox="1"/>
          <p:nvPr>
            <p:ph type="title"/>
          </p:nvPr>
        </p:nvSpPr>
        <p:spPr>
          <a:xfrm>
            <a:off x="311700" y="457200"/>
            <a:ext cx="719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Bug Fixes</a:t>
            </a:r>
            <a:endParaRPr/>
          </a:p>
        </p:txBody>
      </p:sp>
      <p:sp>
        <p:nvSpPr>
          <p:cNvPr id="887" name="Google Shape;887;p169"/>
          <p:cNvSpPr txBox="1"/>
          <p:nvPr>
            <p:ph idx="1" type="body"/>
          </p:nvPr>
        </p:nvSpPr>
        <p:spPr>
          <a:xfrm>
            <a:off x="311700" y="1174075"/>
            <a:ext cx="8171100" cy="2903100"/>
          </a:xfrm>
          <a:prstGeom prst="rect">
            <a:avLst/>
          </a:prstGeom>
        </p:spPr>
        <p:txBody>
          <a:bodyPr anchorCtr="0" anchor="t" bIns="91425" lIns="91425" spcFirstLastPara="1" rIns="91425" wrap="square" tIns="91425">
            <a:noAutofit/>
          </a:bodyPr>
          <a:lstStyle/>
          <a:p>
            <a:pPr indent="-330200" lvl="0" marL="457200" marR="419100" rtl="0" algn="l">
              <a:spcBef>
                <a:spcPts val="0"/>
              </a:spcBef>
              <a:spcAft>
                <a:spcPts val="0"/>
              </a:spcAft>
              <a:buSzPts val="1600"/>
              <a:buChar char="●"/>
            </a:pPr>
            <a:endParaRPr sz="1600"/>
            <a:r>
              <a:rPr lang="en" sz="1600"/>
              <a:t>Image elements with Circle shape now align properly with Horizontal/Vertical alignment settings.</a:t>
            </a:r>
          </a:p>
          <a:p>
            <a:pPr indent="-330200" lvl="0" marL="457200" marR="419100" rtl="0" algn="l">
              <a:spcBef>
                <a:spcPts val="0"/>
              </a:spcBef>
              <a:spcAft>
                <a:spcPts val="0"/>
              </a:spcAft>
              <a:buSzPts val="1600"/>
              <a:buChar char="●"/>
            </a:pPr>
            <a:r>
              <a:rPr lang="en" sz="1600"/>
              <a:t>Tabbed container exports now render the selected tab instead of the first tab only (excluding scheduled exports).</a:t>
            </a:r>
          </a:p>
          <a:p>
            <a:pPr indent="-330200" lvl="0" marL="457200" marR="419100" rtl="0" algn="l">
              <a:spcBef>
                <a:spcPts val="0"/>
              </a:spcBef>
              <a:spcAft>
                <a:spcPts val="0"/>
              </a:spcAft>
              <a:buSzPts val="1600"/>
              <a:buChar char="●"/>
            </a:pPr>
            <a:r>
              <a:rPr lang="en" sz="1600"/>
              <a:t>Databricks OAuth connection creation no longer requires a service account.</a:t>
            </a:r>
          </a:p>
          <a:p>
            <a:pPr indent="-330200" lvl="0" marL="457200" marR="419100" rtl="0" algn="l">
              <a:spcBef>
                <a:spcPts val="0"/>
              </a:spcBef>
              <a:spcAft>
                <a:spcPts val="0"/>
              </a:spcAft>
              <a:buSzPts val="1600"/>
              <a:buChar char="●"/>
            </a:pPr>
            <a:r>
              <a:rPr lang="en" sz="1600"/>
              <a:t>The pageSize parameter is now respected in the List documents deployment policy endpoint.</a:t>
            </a:r>
          </a:p>
          <a:p>
            <a:pPr indent="-330200" lvl="0" marL="457200" marR="419100" rtl="0" algn="l">
              <a:spcBef>
                <a:spcPts val="0"/>
              </a:spcBef>
              <a:spcAft>
                <a:spcPts val="0"/>
              </a:spcAft>
              <a:buSzPts val="1600"/>
              <a:buChar char="●"/>
            </a:pPr>
            <a:r>
              <a:rPr lang="en" sz="1600"/>
              <a:t>Data model version tagging and source swapping with #raw directives now functions correctly.</a:t>
            </a:r>
          </a:p>
          <a:p>
            <a:pPr indent="-330200" lvl="0" marL="457200" marR="419100" rtl="0" algn="l">
              <a:spcBef>
                <a:spcPts val="0"/>
              </a:spcBef>
              <a:spcAft>
                <a:spcPts val="0"/>
              </a:spcAft>
              <a:buSzPts val="1600"/>
              <a:buChar char="●"/>
            </a:pPr>
            <a:r>
              <a:rPr lang="en" sz="1600"/>
              <a:t>SCHEMA.TABLE path length errors during deployment policy source swaps are resolved.</a:t>
            </a:r>
          </a:p>
          <a:p>
            <a:pPr indent="-330200" lvl="0" marL="457200" marR="419100" rtl="0" algn="l">
              <a:spcBef>
                <a:spcPts val="0"/>
              </a:spcBef>
              <a:spcAft>
                <a:spcPts val="0"/>
              </a:spcAft>
              <a:buSzPts val="1600"/>
              <a:buChar char="●"/>
            </a:pPr>
            <a:r>
              <a:rPr lang="en" sz="1600"/>
              <a:t>Dataset migration now updates workbook references to point to the new data model in cases where the dataset was used as part of a join or...</a:t>
            </a:r>
          </a:p>
          <a:p>
            <a:pPr indent="-330200" lvl="0" marL="457200" marR="419100" rtl="0" algn="l">
              <a:spcBef>
                <a:spcPts val="0"/>
              </a:spcBef>
              <a:spcAft>
                <a:spcPts val="0"/>
              </a:spcAft>
              <a:buSzPts val="1600"/>
              <a:buChar char="●"/>
            </a:pPr>
            <a:r>
              <a:rPr lang="en" sz="1600"/>
              <a:t>If you edit a document using the API, such as by swapping a data source or editing a data model using the Update a data model from a code...</a:t>
            </a:r>
          </a:p>
          <a:p>
            <a:pPr indent="-330200" lvl="0" marL="457200" marR="419100" rtl="0" algn="l">
              <a:spcBef>
                <a:spcPts val="0"/>
              </a:spcBef>
              <a:spcAft>
                <a:spcPts val="0"/>
              </a:spcAft>
              <a:buSzPts val="1600"/>
              <a:buChar char="●"/>
            </a:pPr>
            <a:r>
              <a:rPr lang="en" sz="1600"/>
              <a:t>Editing SQL for datasets now completes as expected and no longer runs infinitely.</a:t>
            </a:r>
          </a:p>
          <a:p>
            <a:pPr indent="-330200" lvl="0" marL="457200" marR="419100" rtl="0" algn="l">
              <a:spcBef>
                <a:spcPts val="0"/>
              </a:spcBef>
              <a:spcAft>
                <a:spcPts val="0"/>
              </a:spcAft>
              <a:buSzPts val="1600"/>
              <a:buChar char="●"/>
            </a:pPr>
            <a:r>
              <a:rPr lang="en" sz="1600"/>
              <a:t>When validating content in a data model or migrating a dataset to a data model with Update references selected, downstream documents no l...</a:t>
            </a:r>
          </a:p>
          <a:p>
            <a:pPr indent="-330200" lvl="0" marL="457200" marR="419100" rtl="0" algn="l">
              <a:spcBef>
                <a:spcPts val="0"/>
              </a:spcBef>
              <a:spcAft>
                <a:spcPts val="0"/>
              </a:spcAft>
              <a:buSzPts val="1600"/>
              <a:buChar char="●"/>
            </a:pPr>
            <a:r>
              <a:rPr lang="en" sz="1600"/>
              <a:t>Workbooks no longer fail to load when a column exists across multiple properties in an element.</a:t>
            </a:r>
          </a:p>
          <a:p>
            <a:pPr indent="-330200" lvl="0" marL="457200" marR="419100" rtl="0" algn="l">
              <a:spcBef>
                <a:spcPts val="0"/>
              </a:spcBef>
              <a:spcAft>
                <a:spcPts val="0"/>
              </a:spcAft>
              <a:buSzPts val="1600"/>
              <a:buChar char="●"/>
            </a:pPr>
            <a:r>
              <a:rPr lang="en" sz="1600"/>
              <a:t>For organizations with greater than 15,000 user attributes, it was not possible to specify a user attribute to dynamically set a role or ...</a:t>
            </a:r>
          </a:p>
          <a:p>
            <a:pPr indent="-330200" lvl="0" marL="457200" marR="419100" rtl="0" algn="l">
              <a:spcBef>
                <a:spcPts val="0"/>
              </a:spcBef>
              <a:spcAft>
                <a:spcPts val="0"/>
              </a:spcAft>
              <a:buSzPts val="1600"/>
              <a:buChar char="●"/>
            </a:pPr>
            <a:r>
              <a:rPr lang="en" sz="1600"/>
              <a:t>Users in tenant organizations were unable to duplicate or tag versions of deployed documents.</a:t>
            </a:r>
          </a:p>
        </p:txBody>
      </p:sp>
      <p:sp>
        <p:nvSpPr>
          <p:cNvPr id="888" name="Google Shape;888;p169"/>
          <p:cNvSpPr txBox="1"/>
          <p:nvPr/>
        </p:nvSpPr>
        <p:spPr>
          <a:xfrm>
            <a:off x="1552050" y="3758575"/>
            <a:ext cx="7629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rgbClr val="292929"/>
              </a:solidFill>
              <a:latin typeface="DM Sans"/>
              <a:ea typeface="DM Sans"/>
              <a:cs typeface="DM Sans"/>
              <a:sym typeface="DM Sans"/>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93" name="Google Shape;893;p170"/>
          <p:cNvSpPr txBox="1"/>
          <p:nvPr>
            <p:ph type="title"/>
          </p:nvPr>
        </p:nvSpPr>
        <p:spPr>
          <a:xfrm>
            <a:off x="215975" y="244900"/>
            <a:ext cx="3795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Additional </a:t>
            </a:r>
            <a:r>
              <a:rPr lang="en"/>
              <a:t>Resources</a:t>
            </a:r>
            <a:endParaRPr/>
          </a:p>
        </p:txBody>
      </p:sp>
      <p:pic>
        <p:nvPicPr>
          <p:cNvPr id="894" name="Google Shape;894;p170"/>
          <p:cNvPicPr preferRelativeResize="0"/>
          <p:nvPr/>
        </p:nvPicPr>
        <p:blipFill>
          <a:blip r:embed="rId3">
            <a:alphaModFix/>
          </a:blip>
          <a:stretch>
            <a:fillRect/>
          </a:stretch>
        </p:blipFill>
        <p:spPr>
          <a:xfrm>
            <a:off x="152400" y="1239100"/>
            <a:ext cx="7236001" cy="3752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